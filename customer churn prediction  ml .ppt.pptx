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7" r:id="rId4"/>
    <p:sldId id="273" r:id="rId5"/>
    <p:sldId id="274" r:id="rId6"/>
    <p:sldId id="275" r:id="rId7"/>
    <p:sldId id="276" r:id="rId8"/>
    <p:sldId id="277" r:id="rId9"/>
    <p:sldId id="279" r:id="rId10"/>
    <p:sldId id="288" r:id="rId11"/>
    <p:sldId id="266" r:id="rId12"/>
    <p:sldId id="281" r:id="rId13"/>
    <p:sldId id="282" r:id="rId14"/>
    <p:sldId id="284" r:id="rId15"/>
    <p:sldId id="286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1455"/>
    <a:srgbClr val="FFB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58"/>
      </p:cViewPr>
      <p:guideLst>
        <p:guide orient="horz" pos="2186"/>
        <p:guide pos="38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70C0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</c:v>
                </c:pt>
                <c:pt idx="1">
                  <c:v>0.73</c:v>
                </c:pt>
                <c:pt idx="2">
                  <c:v>0.78</c:v>
                </c:pt>
                <c:pt idx="3">
                  <c:v>0.79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527-4C08-85B0-FE9EB26F02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5BB4E5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</c:v>
                </c:pt>
                <c:pt idx="1">
                  <c:v>0.68</c:v>
                </c:pt>
                <c:pt idx="2">
                  <c:v>0.71</c:v>
                </c:pt>
                <c:pt idx="3">
                  <c:v>0.75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527-4C08-85B0-FE9EB26F02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D7D31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0.62</c:v>
                </c:pt>
                <c:pt idx="1">
                  <c:v>0.55000000000000004</c:v>
                </c:pt>
                <c:pt idx="2">
                  <c:v>0.6</c:v>
                </c:pt>
                <c:pt idx="3">
                  <c:v>0.63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527-4C08-85B0-FE9EB26F02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A5A5A5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0.84</c:v>
                </c:pt>
                <c:pt idx="1">
                  <c:v>0.72</c:v>
                </c:pt>
                <c:pt idx="2">
                  <c:v>0.84</c:v>
                </c:pt>
                <c:pt idx="3">
                  <c:v>0.86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3527-4C08-85B0-FE9EB26F02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  <c:majorUnit val="0.2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C91A08-0941-424C-AD8C-4B34991F8A8D}" type="doc">
      <dgm:prSet loTypeId="urn:microsoft.com/office/officeart/2008/layout/LinedList" loCatId="list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9060C792-803A-4C47-A216-04B1038FCC00}">
      <dgm:prSet/>
      <dgm:spPr/>
      <dgm:t>
        <a:bodyPr/>
        <a:lstStyle/>
        <a:p>
          <a:r>
            <a:rPr lang="en-IN" dirty="0"/>
            <a:t>Abstract – (1 Slide)</a:t>
          </a:r>
          <a:endParaRPr lang="en-US" dirty="0"/>
        </a:p>
      </dgm:t>
    </dgm:pt>
    <dgm:pt modelId="{E8B6BF08-8DE0-4D37-A792-44C9D7B1797F}" type="parTrans" cxnId="{9590FA6C-C85E-4EBA-830E-9DEB01062295}">
      <dgm:prSet/>
      <dgm:spPr/>
      <dgm:t>
        <a:bodyPr/>
        <a:lstStyle/>
        <a:p>
          <a:endParaRPr lang="en-US"/>
        </a:p>
      </dgm:t>
    </dgm:pt>
    <dgm:pt modelId="{35A3F01B-4221-4E7C-AC09-BABE4FC614DE}" type="sibTrans" cxnId="{9590FA6C-C85E-4EBA-830E-9DEB01062295}">
      <dgm:prSet/>
      <dgm:spPr/>
      <dgm:t>
        <a:bodyPr/>
        <a:lstStyle/>
        <a:p>
          <a:endParaRPr lang="en-US"/>
        </a:p>
      </dgm:t>
    </dgm:pt>
    <dgm:pt modelId="{DA27CCAE-A2C3-4CA5-A959-1BC3047693E8}">
      <dgm:prSet/>
      <dgm:spPr/>
      <dgm:t>
        <a:bodyPr/>
        <a:lstStyle/>
        <a:p>
          <a:r>
            <a:rPr lang="en-US" dirty="0"/>
            <a:t>Introduction – (1 Slide)</a:t>
          </a:r>
        </a:p>
      </dgm:t>
    </dgm:pt>
    <dgm:pt modelId="{A56A35AA-F2B0-44A2-9101-B6A92254B1A4}" type="parTrans" cxnId="{D0686333-7358-4612-A841-C57636DE8C6F}">
      <dgm:prSet/>
      <dgm:spPr/>
      <dgm:t>
        <a:bodyPr/>
        <a:lstStyle/>
        <a:p>
          <a:endParaRPr lang="en-US"/>
        </a:p>
      </dgm:t>
    </dgm:pt>
    <dgm:pt modelId="{986842AF-63FA-4F34-9553-33A09D76319C}" type="sibTrans" cxnId="{D0686333-7358-4612-A841-C57636DE8C6F}">
      <dgm:prSet/>
      <dgm:spPr/>
      <dgm:t>
        <a:bodyPr/>
        <a:lstStyle/>
        <a:p>
          <a:endParaRPr lang="en-US"/>
        </a:p>
      </dgm:t>
    </dgm:pt>
    <dgm:pt modelId="{F1A437D1-7534-4A0E-8F33-B7ACCDD4046E}">
      <dgm:prSet/>
      <dgm:spPr/>
      <dgm:t>
        <a:bodyPr/>
        <a:lstStyle/>
        <a:p>
          <a:r>
            <a:rPr lang="en-US"/>
            <a:t>Literature Survey – (1 Slide)</a:t>
          </a:r>
        </a:p>
      </dgm:t>
    </dgm:pt>
    <dgm:pt modelId="{A0B8D2AD-490E-4EEC-ACB4-C90A8879E0B5}" type="parTrans" cxnId="{CBE0FD00-14B8-440A-8D40-2362410B8B29}">
      <dgm:prSet/>
      <dgm:spPr/>
      <dgm:t>
        <a:bodyPr/>
        <a:lstStyle/>
        <a:p>
          <a:endParaRPr lang="en-US"/>
        </a:p>
      </dgm:t>
    </dgm:pt>
    <dgm:pt modelId="{4EDF343B-ECAE-4640-A63C-9758C9ED1727}" type="sibTrans" cxnId="{CBE0FD00-14B8-440A-8D40-2362410B8B29}">
      <dgm:prSet/>
      <dgm:spPr/>
      <dgm:t>
        <a:bodyPr/>
        <a:lstStyle/>
        <a:p>
          <a:endParaRPr lang="en-US"/>
        </a:p>
      </dgm:t>
    </dgm:pt>
    <dgm:pt modelId="{BFB96867-2E35-436B-B5CF-AEF46DA74FE0}">
      <dgm:prSet/>
      <dgm:spPr/>
      <dgm:t>
        <a:bodyPr/>
        <a:lstStyle/>
        <a:p>
          <a:r>
            <a:rPr lang="en-IN"/>
            <a:t>Existing System – (1 Slide)</a:t>
          </a:r>
          <a:endParaRPr lang="en-US"/>
        </a:p>
      </dgm:t>
    </dgm:pt>
    <dgm:pt modelId="{C0C3EFD6-BE11-4BA3-8E1B-88D87F801E9B}" type="parTrans" cxnId="{714C7B0F-80CB-41D7-92AC-D2EF5E9B24DA}">
      <dgm:prSet/>
      <dgm:spPr/>
      <dgm:t>
        <a:bodyPr/>
        <a:lstStyle/>
        <a:p>
          <a:endParaRPr lang="en-US"/>
        </a:p>
      </dgm:t>
    </dgm:pt>
    <dgm:pt modelId="{C8BA1007-644A-492F-AD94-883596F41373}" type="sibTrans" cxnId="{714C7B0F-80CB-41D7-92AC-D2EF5E9B24DA}">
      <dgm:prSet/>
      <dgm:spPr/>
      <dgm:t>
        <a:bodyPr/>
        <a:lstStyle/>
        <a:p>
          <a:endParaRPr lang="en-US"/>
        </a:p>
      </dgm:t>
    </dgm:pt>
    <dgm:pt modelId="{48567935-2E01-416B-95EB-658A9E0CD6AD}">
      <dgm:prSet/>
      <dgm:spPr/>
      <dgm:t>
        <a:bodyPr/>
        <a:lstStyle/>
        <a:p>
          <a:r>
            <a:rPr lang="en-IN" dirty="0"/>
            <a:t>Limitations of Existing System – (1 Slide)</a:t>
          </a:r>
          <a:endParaRPr lang="en-US" dirty="0"/>
        </a:p>
      </dgm:t>
    </dgm:pt>
    <dgm:pt modelId="{030CBBCD-31BD-4304-8A74-85F2F7E37E0C}" type="parTrans" cxnId="{2B2EB94B-74EE-4C1C-8CC3-6A75EA92F8D6}">
      <dgm:prSet/>
      <dgm:spPr/>
      <dgm:t>
        <a:bodyPr/>
        <a:lstStyle/>
        <a:p>
          <a:endParaRPr lang="en-US"/>
        </a:p>
      </dgm:t>
    </dgm:pt>
    <dgm:pt modelId="{82D6BF1D-A125-4E1D-8081-2B52DE3891AD}" type="sibTrans" cxnId="{2B2EB94B-74EE-4C1C-8CC3-6A75EA92F8D6}">
      <dgm:prSet/>
      <dgm:spPr/>
      <dgm:t>
        <a:bodyPr/>
        <a:lstStyle/>
        <a:p>
          <a:endParaRPr lang="en-US"/>
        </a:p>
      </dgm:t>
    </dgm:pt>
    <dgm:pt modelId="{EF6BC95E-2EF8-4050-9FEB-93BA695E0CB5}">
      <dgm:prSet/>
      <dgm:spPr/>
      <dgm:t>
        <a:bodyPr/>
        <a:lstStyle/>
        <a:p>
          <a:r>
            <a:rPr lang="en-US" dirty="0"/>
            <a:t>Proposed System – (1 Slide)</a:t>
          </a:r>
        </a:p>
      </dgm:t>
    </dgm:pt>
    <dgm:pt modelId="{E651C412-6BB9-46E3-A598-CA8462427D72}" type="parTrans" cxnId="{37C29E8B-4301-4472-8A9A-F94C1D28168F}">
      <dgm:prSet/>
      <dgm:spPr/>
      <dgm:t>
        <a:bodyPr/>
        <a:lstStyle/>
        <a:p>
          <a:endParaRPr lang="en-US"/>
        </a:p>
      </dgm:t>
    </dgm:pt>
    <dgm:pt modelId="{C1B7FCE9-0179-476E-AB59-195BB2AE5218}" type="sibTrans" cxnId="{37C29E8B-4301-4472-8A9A-F94C1D28168F}">
      <dgm:prSet/>
      <dgm:spPr/>
      <dgm:t>
        <a:bodyPr/>
        <a:lstStyle/>
        <a:p>
          <a:endParaRPr lang="en-US"/>
        </a:p>
      </dgm:t>
    </dgm:pt>
    <dgm:pt modelId="{33534F59-0983-4062-8D58-688D31EAB169}">
      <dgm:prSet/>
      <dgm:spPr/>
      <dgm:t>
        <a:bodyPr/>
        <a:lstStyle/>
        <a:p>
          <a:r>
            <a:rPr lang="en-IN" dirty="0"/>
            <a:t>System Design &amp; Architecture – (1 Slide)</a:t>
          </a:r>
          <a:endParaRPr lang="en-US" dirty="0"/>
        </a:p>
      </dgm:t>
    </dgm:pt>
    <dgm:pt modelId="{CCBFC7C1-8249-47F8-8996-918FDA3EA493}" type="parTrans" cxnId="{7311FDD0-501A-43D1-9CD8-98E968F620B5}">
      <dgm:prSet/>
      <dgm:spPr/>
      <dgm:t>
        <a:bodyPr/>
        <a:lstStyle/>
        <a:p>
          <a:endParaRPr lang="en-US"/>
        </a:p>
      </dgm:t>
    </dgm:pt>
    <dgm:pt modelId="{6F130147-F92D-427F-8E42-6CC24A83340F}" type="sibTrans" cxnId="{7311FDD0-501A-43D1-9CD8-98E968F620B5}">
      <dgm:prSet/>
      <dgm:spPr/>
      <dgm:t>
        <a:bodyPr/>
        <a:lstStyle/>
        <a:p>
          <a:endParaRPr lang="en-US"/>
        </a:p>
      </dgm:t>
    </dgm:pt>
    <dgm:pt modelId="{3E0CAA64-A7FA-43A5-86D8-6D319F8B9060}">
      <dgm:prSet/>
      <dgm:spPr/>
      <dgm:t>
        <a:bodyPr/>
        <a:lstStyle/>
        <a:p>
          <a:r>
            <a:rPr lang="en-IN" dirty="0"/>
            <a:t>Timelines – (1 Slide)</a:t>
          </a:r>
          <a:endParaRPr lang="en-US" dirty="0"/>
        </a:p>
      </dgm:t>
    </dgm:pt>
    <dgm:pt modelId="{2216CA16-54C1-44BD-A0ED-89147F2D405A}" type="parTrans" cxnId="{0EBE1524-7135-4BDF-ADB9-D9E670E8316D}">
      <dgm:prSet/>
      <dgm:spPr/>
      <dgm:t>
        <a:bodyPr/>
        <a:lstStyle/>
        <a:p>
          <a:endParaRPr lang="en-US"/>
        </a:p>
      </dgm:t>
    </dgm:pt>
    <dgm:pt modelId="{A4553AF4-3779-49E1-947A-BC03E05FD79D}" type="sibTrans" cxnId="{0EBE1524-7135-4BDF-ADB9-D9E670E8316D}">
      <dgm:prSet/>
      <dgm:spPr/>
      <dgm:t>
        <a:bodyPr/>
        <a:lstStyle/>
        <a:p>
          <a:endParaRPr lang="en-US"/>
        </a:p>
      </dgm:t>
    </dgm:pt>
    <dgm:pt modelId="{848CCA2C-3E76-47CB-B550-B07FC22E0102}">
      <dgm:prSet/>
      <dgm:spPr/>
      <dgm:t>
        <a:bodyPr/>
        <a:lstStyle/>
        <a:p>
          <a:r>
            <a:rPr lang="en-IN" dirty="0"/>
            <a:t>Implementation – (1 Slide)</a:t>
          </a:r>
          <a:endParaRPr lang="en-US" dirty="0"/>
        </a:p>
      </dgm:t>
    </dgm:pt>
    <dgm:pt modelId="{E2355144-3681-4645-8FA2-5A7099982A31}" type="parTrans" cxnId="{211BC7B6-C957-4216-94BF-5116F18E2E82}">
      <dgm:prSet/>
      <dgm:spPr/>
      <dgm:t>
        <a:bodyPr/>
        <a:lstStyle/>
        <a:p>
          <a:endParaRPr lang="en-US"/>
        </a:p>
      </dgm:t>
    </dgm:pt>
    <dgm:pt modelId="{0726F70D-F5B7-4F61-9741-5768AD62865C}" type="sibTrans" cxnId="{211BC7B6-C957-4216-94BF-5116F18E2E82}">
      <dgm:prSet/>
      <dgm:spPr/>
      <dgm:t>
        <a:bodyPr/>
        <a:lstStyle/>
        <a:p>
          <a:endParaRPr lang="en-US"/>
        </a:p>
      </dgm:t>
    </dgm:pt>
    <dgm:pt modelId="{657E35C7-EAC9-4E7A-8DED-3FE311EC2C62}">
      <dgm:prSet/>
      <dgm:spPr/>
      <dgm:t>
        <a:bodyPr/>
        <a:lstStyle/>
        <a:p>
          <a:r>
            <a:rPr lang="en-IN" dirty="0"/>
            <a:t>Deployment and Testing – (1 Slide)</a:t>
          </a:r>
          <a:endParaRPr lang="en-US" dirty="0"/>
        </a:p>
      </dgm:t>
    </dgm:pt>
    <dgm:pt modelId="{97D38439-3F1A-4685-8E24-4A6E7479C4C1}" type="parTrans" cxnId="{CEC840CE-AA23-413B-835C-AFB50A433DF7}">
      <dgm:prSet/>
      <dgm:spPr/>
      <dgm:t>
        <a:bodyPr/>
        <a:lstStyle/>
        <a:p>
          <a:endParaRPr lang="en-US"/>
        </a:p>
      </dgm:t>
    </dgm:pt>
    <dgm:pt modelId="{8E143901-1F4E-4109-AA4D-A846FB0F03AF}" type="sibTrans" cxnId="{CEC840CE-AA23-413B-835C-AFB50A433DF7}">
      <dgm:prSet/>
      <dgm:spPr/>
      <dgm:t>
        <a:bodyPr/>
        <a:lstStyle/>
        <a:p>
          <a:endParaRPr lang="en-US"/>
        </a:p>
      </dgm:t>
    </dgm:pt>
    <dgm:pt modelId="{A4D6AB1E-12BF-4876-9C57-9694E736B345}">
      <dgm:prSet/>
      <dgm:spPr/>
      <dgm:t>
        <a:bodyPr/>
        <a:lstStyle/>
        <a:p>
          <a:r>
            <a:rPr lang="en-IN"/>
            <a:t>Result Analysis – (1 Slide)</a:t>
          </a:r>
          <a:endParaRPr lang="en-US"/>
        </a:p>
      </dgm:t>
    </dgm:pt>
    <dgm:pt modelId="{B302967C-AE0B-465E-B110-DC56F8EA1735}" type="parTrans" cxnId="{5ECC055B-0C38-4317-B06C-D3E8D9317773}">
      <dgm:prSet/>
      <dgm:spPr/>
      <dgm:t>
        <a:bodyPr/>
        <a:lstStyle/>
        <a:p>
          <a:endParaRPr lang="en-US"/>
        </a:p>
      </dgm:t>
    </dgm:pt>
    <dgm:pt modelId="{7656AB8F-CC08-4295-AEC5-E004583004AF}" type="sibTrans" cxnId="{5ECC055B-0C38-4317-B06C-D3E8D9317773}">
      <dgm:prSet/>
      <dgm:spPr/>
      <dgm:t>
        <a:bodyPr/>
        <a:lstStyle/>
        <a:p>
          <a:endParaRPr lang="en-US"/>
        </a:p>
      </dgm:t>
    </dgm:pt>
    <dgm:pt modelId="{A0FD1715-FE35-4C27-8403-D512FA8E5B72}">
      <dgm:prSet/>
      <dgm:spPr/>
      <dgm:t>
        <a:bodyPr/>
        <a:lstStyle/>
        <a:p>
          <a:r>
            <a:rPr lang="en-US" dirty="0"/>
            <a:t>Conclusion – (1 Slide)</a:t>
          </a:r>
        </a:p>
      </dgm:t>
    </dgm:pt>
    <dgm:pt modelId="{1CF520F6-8DA1-4ED6-842F-1F25C8A7F12B}" type="parTrans" cxnId="{8CE3424E-D564-485F-A8AA-FB2D2AA57CF6}">
      <dgm:prSet/>
      <dgm:spPr/>
      <dgm:t>
        <a:bodyPr/>
        <a:lstStyle/>
        <a:p>
          <a:endParaRPr lang="en-US"/>
        </a:p>
      </dgm:t>
    </dgm:pt>
    <dgm:pt modelId="{F0D8E4A1-F7FA-49F4-97CC-EE3E7417F932}" type="sibTrans" cxnId="{8CE3424E-D564-485F-A8AA-FB2D2AA57CF6}">
      <dgm:prSet/>
      <dgm:spPr/>
      <dgm:t>
        <a:bodyPr/>
        <a:lstStyle/>
        <a:p>
          <a:endParaRPr lang="en-US"/>
        </a:p>
      </dgm:t>
    </dgm:pt>
    <dgm:pt modelId="{B147C49B-72CE-418D-A6BB-F10D83F1EB22}">
      <dgm:prSet/>
      <dgm:spPr/>
      <dgm:t>
        <a:bodyPr/>
        <a:lstStyle/>
        <a:p>
          <a:r>
            <a:rPr lang="en-US" dirty="0"/>
            <a:t>References – (1 Slide)</a:t>
          </a:r>
        </a:p>
      </dgm:t>
    </dgm:pt>
    <dgm:pt modelId="{C8D3CDA9-0901-46AE-9271-136189C50C57}" type="parTrans" cxnId="{DF99A0EE-42D5-4B73-BE68-A88E144D08ED}">
      <dgm:prSet/>
      <dgm:spPr/>
      <dgm:t>
        <a:bodyPr/>
        <a:lstStyle/>
        <a:p>
          <a:endParaRPr lang="en-US"/>
        </a:p>
      </dgm:t>
    </dgm:pt>
    <dgm:pt modelId="{7309D7DE-6A46-4270-93A2-97E6EA329D7D}" type="sibTrans" cxnId="{DF99A0EE-42D5-4B73-BE68-A88E144D08ED}">
      <dgm:prSet/>
      <dgm:spPr/>
      <dgm:t>
        <a:bodyPr/>
        <a:lstStyle/>
        <a:p>
          <a:endParaRPr lang="en-US"/>
        </a:p>
      </dgm:t>
    </dgm:pt>
    <dgm:pt modelId="{7162E5DE-E921-48BE-965F-FABE8FAC3983}" type="pres">
      <dgm:prSet presAssocID="{28C91A08-0941-424C-AD8C-4B34991F8A8D}" presName="vert0" presStyleCnt="0">
        <dgm:presLayoutVars>
          <dgm:dir/>
          <dgm:animOne val="branch"/>
          <dgm:animLvl val="lvl"/>
        </dgm:presLayoutVars>
      </dgm:prSet>
      <dgm:spPr/>
    </dgm:pt>
    <dgm:pt modelId="{3E6E7260-42C8-45FE-A0EF-7B8E6EBE25BE}" type="pres">
      <dgm:prSet presAssocID="{9060C792-803A-4C47-A216-04B1038FCC00}" presName="thickLine" presStyleLbl="alignNode1" presStyleIdx="0" presStyleCnt="13"/>
      <dgm:spPr/>
    </dgm:pt>
    <dgm:pt modelId="{409B74B8-A34E-418B-B790-95BDEAE2BDDA}" type="pres">
      <dgm:prSet presAssocID="{9060C792-803A-4C47-A216-04B1038FCC00}" presName="horz1" presStyleCnt="0"/>
      <dgm:spPr/>
    </dgm:pt>
    <dgm:pt modelId="{DF21362A-A965-42EB-AF91-93CB64AAE450}" type="pres">
      <dgm:prSet presAssocID="{9060C792-803A-4C47-A216-04B1038FCC00}" presName="tx1" presStyleLbl="revTx" presStyleIdx="0" presStyleCnt="13"/>
      <dgm:spPr/>
    </dgm:pt>
    <dgm:pt modelId="{F10ABA08-ED1E-46C1-A6D1-854CE1F6DC1D}" type="pres">
      <dgm:prSet presAssocID="{9060C792-803A-4C47-A216-04B1038FCC00}" presName="vert1" presStyleCnt="0"/>
      <dgm:spPr/>
    </dgm:pt>
    <dgm:pt modelId="{44F96885-9E5F-436B-9362-60CAD913E5E2}" type="pres">
      <dgm:prSet presAssocID="{DA27CCAE-A2C3-4CA5-A959-1BC3047693E8}" presName="thickLine" presStyleLbl="alignNode1" presStyleIdx="1" presStyleCnt="13"/>
      <dgm:spPr/>
    </dgm:pt>
    <dgm:pt modelId="{77C791D5-6824-4517-9935-6408152CF3EC}" type="pres">
      <dgm:prSet presAssocID="{DA27CCAE-A2C3-4CA5-A959-1BC3047693E8}" presName="horz1" presStyleCnt="0"/>
      <dgm:spPr/>
    </dgm:pt>
    <dgm:pt modelId="{B12A4CA5-0FEB-4071-AA26-FE4F79B2CCB9}" type="pres">
      <dgm:prSet presAssocID="{DA27CCAE-A2C3-4CA5-A959-1BC3047693E8}" presName="tx1" presStyleLbl="revTx" presStyleIdx="1" presStyleCnt="13"/>
      <dgm:spPr/>
    </dgm:pt>
    <dgm:pt modelId="{35C12A21-8F72-46DF-96C1-C139E36A40FB}" type="pres">
      <dgm:prSet presAssocID="{DA27CCAE-A2C3-4CA5-A959-1BC3047693E8}" presName="vert1" presStyleCnt="0"/>
      <dgm:spPr/>
    </dgm:pt>
    <dgm:pt modelId="{7D1E0738-8F20-4EAC-B19B-8C97F671C809}" type="pres">
      <dgm:prSet presAssocID="{F1A437D1-7534-4A0E-8F33-B7ACCDD4046E}" presName="thickLine" presStyleLbl="alignNode1" presStyleIdx="2" presStyleCnt="13"/>
      <dgm:spPr/>
    </dgm:pt>
    <dgm:pt modelId="{1AC6CE11-816A-4993-86A2-6D8A2FBD26F5}" type="pres">
      <dgm:prSet presAssocID="{F1A437D1-7534-4A0E-8F33-B7ACCDD4046E}" presName="horz1" presStyleCnt="0"/>
      <dgm:spPr/>
    </dgm:pt>
    <dgm:pt modelId="{9BC0DA44-89D3-4C21-805D-EA664A9EEA00}" type="pres">
      <dgm:prSet presAssocID="{F1A437D1-7534-4A0E-8F33-B7ACCDD4046E}" presName="tx1" presStyleLbl="revTx" presStyleIdx="2" presStyleCnt="13"/>
      <dgm:spPr/>
    </dgm:pt>
    <dgm:pt modelId="{CFF63BA8-2982-48B0-A32D-6801EF557AF6}" type="pres">
      <dgm:prSet presAssocID="{F1A437D1-7534-4A0E-8F33-B7ACCDD4046E}" presName="vert1" presStyleCnt="0"/>
      <dgm:spPr/>
    </dgm:pt>
    <dgm:pt modelId="{789CEA65-9C1C-47AC-9BAF-7BA057F18461}" type="pres">
      <dgm:prSet presAssocID="{BFB96867-2E35-436B-B5CF-AEF46DA74FE0}" presName="thickLine" presStyleLbl="alignNode1" presStyleIdx="3" presStyleCnt="13"/>
      <dgm:spPr/>
    </dgm:pt>
    <dgm:pt modelId="{3A3EDA58-54BE-4FCB-B20B-F7152172F1A4}" type="pres">
      <dgm:prSet presAssocID="{BFB96867-2E35-436B-B5CF-AEF46DA74FE0}" presName="horz1" presStyleCnt="0"/>
      <dgm:spPr/>
    </dgm:pt>
    <dgm:pt modelId="{502ACA87-2F4A-4512-9D15-2C6DA41C22EC}" type="pres">
      <dgm:prSet presAssocID="{BFB96867-2E35-436B-B5CF-AEF46DA74FE0}" presName="tx1" presStyleLbl="revTx" presStyleIdx="3" presStyleCnt="13"/>
      <dgm:spPr/>
    </dgm:pt>
    <dgm:pt modelId="{022AD593-F5A2-43CF-B86A-6F55F94D2D25}" type="pres">
      <dgm:prSet presAssocID="{BFB96867-2E35-436B-B5CF-AEF46DA74FE0}" presName="vert1" presStyleCnt="0"/>
      <dgm:spPr/>
    </dgm:pt>
    <dgm:pt modelId="{A2AE4FC7-2E6D-487D-B772-1AD00F39D254}" type="pres">
      <dgm:prSet presAssocID="{48567935-2E01-416B-95EB-658A9E0CD6AD}" presName="thickLine" presStyleLbl="alignNode1" presStyleIdx="4" presStyleCnt="13"/>
      <dgm:spPr/>
    </dgm:pt>
    <dgm:pt modelId="{C842C97E-6C05-429D-9410-11945CB70035}" type="pres">
      <dgm:prSet presAssocID="{48567935-2E01-416B-95EB-658A9E0CD6AD}" presName="horz1" presStyleCnt="0"/>
      <dgm:spPr/>
    </dgm:pt>
    <dgm:pt modelId="{CCBFB4AF-F8F5-41D2-B0D3-E039692596D5}" type="pres">
      <dgm:prSet presAssocID="{48567935-2E01-416B-95EB-658A9E0CD6AD}" presName="tx1" presStyleLbl="revTx" presStyleIdx="4" presStyleCnt="13"/>
      <dgm:spPr/>
    </dgm:pt>
    <dgm:pt modelId="{04763644-E6E2-4754-A23D-533414CF175C}" type="pres">
      <dgm:prSet presAssocID="{48567935-2E01-416B-95EB-658A9E0CD6AD}" presName="vert1" presStyleCnt="0"/>
      <dgm:spPr/>
    </dgm:pt>
    <dgm:pt modelId="{BCB24D37-0845-4E8F-81C1-F36E42A963F6}" type="pres">
      <dgm:prSet presAssocID="{EF6BC95E-2EF8-4050-9FEB-93BA695E0CB5}" presName="thickLine" presStyleLbl="alignNode1" presStyleIdx="5" presStyleCnt="13"/>
      <dgm:spPr/>
    </dgm:pt>
    <dgm:pt modelId="{7E1D7F4D-B6A3-4DAB-8893-80F845D6D71C}" type="pres">
      <dgm:prSet presAssocID="{EF6BC95E-2EF8-4050-9FEB-93BA695E0CB5}" presName="horz1" presStyleCnt="0"/>
      <dgm:spPr/>
    </dgm:pt>
    <dgm:pt modelId="{521A8A79-6CA5-4BB5-97EB-788E1E83F287}" type="pres">
      <dgm:prSet presAssocID="{EF6BC95E-2EF8-4050-9FEB-93BA695E0CB5}" presName="tx1" presStyleLbl="revTx" presStyleIdx="5" presStyleCnt="13"/>
      <dgm:spPr/>
    </dgm:pt>
    <dgm:pt modelId="{4D75D8ED-632F-4A3E-A718-3E4787ADD706}" type="pres">
      <dgm:prSet presAssocID="{EF6BC95E-2EF8-4050-9FEB-93BA695E0CB5}" presName="vert1" presStyleCnt="0"/>
      <dgm:spPr/>
    </dgm:pt>
    <dgm:pt modelId="{CBAD4C51-0FE1-48A2-8B06-4CDF13225FC2}" type="pres">
      <dgm:prSet presAssocID="{33534F59-0983-4062-8D58-688D31EAB169}" presName="thickLine" presStyleLbl="alignNode1" presStyleIdx="6" presStyleCnt="13"/>
      <dgm:spPr/>
    </dgm:pt>
    <dgm:pt modelId="{3D28387F-90C4-4DE9-8C24-214D8D04C86C}" type="pres">
      <dgm:prSet presAssocID="{33534F59-0983-4062-8D58-688D31EAB169}" presName="horz1" presStyleCnt="0"/>
      <dgm:spPr/>
    </dgm:pt>
    <dgm:pt modelId="{95DF6034-50FA-408E-BA52-A02F786305ED}" type="pres">
      <dgm:prSet presAssocID="{33534F59-0983-4062-8D58-688D31EAB169}" presName="tx1" presStyleLbl="revTx" presStyleIdx="6" presStyleCnt="13"/>
      <dgm:spPr/>
    </dgm:pt>
    <dgm:pt modelId="{3D71EE4D-82E7-4C66-B357-9BB6512FD702}" type="pres">
      <dgm:prSet presAssocID="{33534F59-0983-4062-8D58-688D31EAB169}" presName="vert1" presStyleCnt="0"/>
      <dgm:spPr/>
    </dgm:pt>
    <dgm:pt modelId="{988CEC64-D48A-4D90-8EE1-14986056CCD2}" type="pres">
      <dgm:prSet presAssocID="{3E0CAA64-A7FA-43A5-86D8-6D319F8B9060}" presName="thickLine" presStyleLbl="alignNode1" presStyleIdx="7" presStyleCnt="13"/>
      <dgm:spPr/>
    </dgm:pt>
    <dgm:pt modelId="{2182C196-1BAD-4D2D-BC12-FF9BAC8A97F4}" type="pres">
      <dgm:prSet presAssocID="{3E0CAA64-A7FA-43A5-86D8-6D319F8B9060}" presName="horz1" presStyleCnt="0"/>
      <dgm:spPr/>
    </dgm:pt>
    <dgm:pt modelId="{FC491B3B-925C-4400-B6FF-1FA18BFB4C61}" type="pres">
      <dgm:prSet presAssocID="{3E0CAA64-A7FA-43A5-86D8-6D319F8B9060}" presName="tx1" presStyleLbl="revTx" presStyleIdx="7" presStyleCnt="13"/>
      <dgm:spPr/>
    </dgm:pt>
    <dgm:pt modelId="{5FA09F26-E545-4BE2-9D1C-9F882EC9D82B}" type="pres">
      <dgm:prSet presAssocID="{3E0CAA64-A7FA-43A5-86D8-6D319F8B9060}" presName="vert1" presStyleCnt="0"/>
      <dgm:spPr/>
    </dgm:pt>
    <dgm:pt modelId="{E154DBD4-F555-45F1-9366-CA2D0FE6B0E6}" type="pres">
      <dgm:prSet presAssocID="{848CCA2C-3E76-47CB-B550-B07FC22E0102}" presName="thickLine" presStyleLbl="alignNode1" presStyleIdx="8" presStyleCnt="13"/>
      <dgm:spPr/>
    </dgm:pt>
    <dgm:pt modelId="{40D4C29F-105B-4CCD-9454-8BDC98BD4084}" type="pres">
      <dgm:prSet presAssocID="{848CCA2C-3E76-47CB-B550-B07FC22E0102}" presName="horz1" presStyleCnt="0"/>
      <dgm:spPr/>
    </dgm:pt>
    <dgm:pt modelId="{D488D580-44C4-4CF0-AFE4-FF94D237181E}" type="pres">
      <dgm:prSet presAssocID="{848CCA2C-3E76-47CB-B550-B07FC22E0102}" presName="tx1" presStyleLbl="revTx" presStyleIdx="8" presStyleCnt="13"/>
      <dgm:spPr/>
    </dgm:pt>
    <dgm:pt modelId="{4D555F04-31E6-4F9B-9202-1858A3129F23}" type="pres">
      <dgm:prSet presAssocID="{848CCA2C-3E76-47CB-B550-B07FC22E0102}" presName="vert1" presStyleCnt="0"/>
      <dgm:spPr/>
    </dgm:pt>
    <dgm:pt modelId="{1434DAF4-81E5-417C-ADF0-74A225B91F61}" type="pres">
      <dgm:prSet presAssocID="{657E35C7-EAC9-4E7A-8DED-3FE311EC2C62}" presName="thickLine" presStyleLbl="alignNode1" presStyleIdx="9" presStyleCnt="13"/>
      <dgm:spPr/>
    </dgm:pt>
    <dgm:pt modelId="{656AA077-3A00-427C-A6A8-4DB0AB27289A}" type="pres">
      <dgm:prSet presAssocID="{657E35C7-EAC9-4E7A-8DED-3FE311EC2C62}" presName="horz1" presStyleCnt="0"/>
      <dgm:spPr/>
    </dgm:pt>
    <dgm:pt modelId="{2E1F5C11-278F-4FBE-B032-8F2DA3862A90}" type="pres">
      <dgm:prSet presAssocID="{657E35C7-EAC9-4E7A-8DED-3FE311EC2C62}" presName="tx1" presStyleLbl="revTx" presStyleIdx="9" presStyleCnt="13"/>
      <dgm:spPr/>
    </dgm:pt>
    <dgm:pt modelId="{9DCC43BE-F109-4B42-A93E-67E6C4106D1B}" type="pres">
      <dgm:prSet presAssocID="{657E35C7-EAC9-4E7A-8DED-3FE311EC2C62}" presName="vert1" presStyleCnt="0"/>
      <dgm:spPr/>
    </dgm:pt>
    <dgm:pt modelId="{35F47B1A-B254-4481-8493-8D3823A0E625}" type="pres">
      <dgm:prSet presAssocID="{A4D6AB1E-12BF-4876-9C57-9694E736B345}" presName="thickLine" presStyleLbl="alignNode1" presStyleIdx="10" presStyleCnt="13"/>
      <dgm:spPr/>
    </dgm:pt>
    <dgm:pt modelId="{BD04C3EE-4FC8-4862-9293-2DBEC568283E}" type="pres">
      <dgm:prSet presAssocID="{A4D6AB1E-12BF-4876-9C57-9694E736B345}" presName="horz1" presStyleCnt="0"/>
      <dgm:spPr/>
    </dgm:pt>
    <dgm:pt modelId="{522FA6EB-4292-4B16-BA2C-0D6FF6666A2E}" type="pres">
      <dgm:prSet presAssocID="{A4D6AB1E-12BF-4876-9C57-9694E736B345}" presName="tx1" presStyleLbl="revTx" presStyleIdx="10" presStyleCnt="13"/>
      <dgm:spPr/>
    </dgm:pt>
    <dgm:pt modelId="{4F171ED5-9B70-407A-A907-49B5BA288861}" type="pres">
      <dgm:prSet presAssocID="{A4D6AB1E-12BF-4876-9C57-9694E736B345}" presName="vert1" presStyleCnt="0"/>
      <dgm:spPr/>
    </dgm:pt>
    <dgm:pt modelId="{D12F57C2-0480-48CE-B71E-4E46E786EB0B}" type="pres">
      <dgm:prSet presAssocID="{A0FD1715-FE35-4C27-8403-D512FA8E5B72}" presName="thickLine" presStyleLbl="alignNode1" presStyleIdx="11" presStyleCnt="13"/>
      <dgm:spPr/>
    </dgm:pt>
    <dgm:pt modelId="{E0702067-98FB-4CA1-9C46-58962E5B53C6}" type="pres">
      <dgm:prSet presAssocID="{A0FD1715-FE35-4C27-8403-D512FA8E5B72}" presName="horz1" presStyleCnt="0"/>
      <dgm:spPr/>
    </dgm:pt>
    <dgm:pt modelId="{ABA7BC4E-89DC-4F89-A09F-2ABE994D2EBB}" type="pres">
      <dgm:prSet presAssocID="{A0FD1715-FE35-4C27-8403-D512FA8E5B72}" presName="tx1" presStyleLbl="revTx" presStyleIdx="11" presStyleCnt="13"/>
      <dgm:spPr/>
    </dgm:pt>
    <dgm:pt modelId="{25486EE3-9DD9-4B59-953E-82A7634EF15E}" type="pres">
      <dgm:prSet presAssocID="{A0FD1715-FE35-4C27-8403-D512FA8E5B72}" presName="vert1" presStyleCnt="0"/>
      <dgm:spPr/>
    </dgm:pt>
    <dgm:pt modelId="{6E10F107-7B67-47C6-B574-5FE55077CBA3}" type="pres">
      <dgm:prSet presAssocID="{B147C49B-72CE-418D-A6BB-F10D83F1EB22}" presName="thickLine" presStyleLbl="alignNode1" presStyleIdx="12" presStyleCnt="13"/>
      <dgm:spPr/>
    </dgm:pt>
    <dgm:pt modelId="{BF5EC1CD-1954-4869-A240-89A9971EE56D}" type="pres">
      <dgm:prSet presAssocID="{B147C49B-72CE-418D-A6BB-F10D83F1EB22}" presName="horz1" presStyleCnt="0"/>
      <dgm:spPr/>
    </dgm:pt>
    <dgm:pt modelId="{4E372767-E8DB-4CE2-B122-B28556B16057}" type="pres">
      <dgm:prSet presAssocID="{B147C49B-72CE-418D-A6BB-F10D83F1EB22}" presName="tx1" presStyleLbl="revTx" presStyleIdx="12" presStyleCnt="13"/>
      <dgm:spPr/>
    </dgm:pt>
    <dgm:pt modelId="{42A92E37-DA8B-4E33-BEE0-D8F67FA5460B}" type="pres">
      <dgm:prSet presAssocID="{B147C49B-72CE-418D-A6BB-F10D83F1EB22}" presName="vert1" presStyleCnt="0"/>
      <dgm:spPr/>
    </dgm:pt>
  </dgm:ptLst>
  <dgm:cxnLst>
    <dgm:cxn modelId="{CBE0FD00-14B8-440A-8D40-2362410B8B29}" srcId="{28C91A08-0941-424C-AD8C-4B34991F8A8D}" destId="{F1A437D1-7534-4A0E-8F33-B7ACCDD4046E}" srcOrd="2" destOrd="0" parTransId="{A0B8D2AD-490E-4EEC-ACB4-C90A8879E0B5}" sibTransId="{4EDF343B-ECAE-4640-A63C-9758C9ED1727}"/>
    <dgm:cxn modelId="{4FC79104-C28F-466E-A8FA-BF7C16B30246}" type="presOf" srcId="{33534F59-0983-4062-8D58-688D31EAB169}" destId="{95DF6034-50FA-408E-BA52-A02F786305ED}" srcOrd="0" destOrd="0" presId="urn:microsoft.com/office/officeart/2008/layout/LinedList"/>
    <dgm:cxn modelId="{5111E707-B9BA-4DB4-AF47-E674B02297AB}" type="presOf" srcId="{48567935-2E01-416B-95EB-658A9E0CD6AD}" destId="{CCBFB4AF-F8F5-41D2-B0D3-E039692596D5}" srcOrd="0" destOrd="0" presId="urn:microsoft.com/office/officeart/2008/layout/LinedList"/>
    <dgm:cxn modelId="{714C7B0F-80CB-41D7-92AC-D2EF5E9B24DA}" srcId="{28C91A08-0941-424C-AD8C-4B34991F8A8D}" destId="{BFB96867-2E35-436B-B5CF-AEF46DA74FE0}" srcOrd="3" destOrd="0" parTransId="{C0C3EFD6-BE11-4BA3-8E1B-88D87F801E9B}" sibTransId="{C8BA1007-644A-492F-AD94-883596F41373}"/>
    <dgm:cxn modelId="{0EBE1524-7135-4BDF-ADB9-D9E670E8316D}" srcId="{28C91A08-0941-424C-AD8C-4B34991F8A8D}" destId="{3E0CAA64-A7FA-43A5-86D8-6D319F8B9060}" srcOrd="7" destOrd="0" parTransId="{2216CA16-54C1-44BD-A0ED-89147F2D405A}" sibTransId="{A4553AF4-3779-49E1-947A-BC03E05FD79D}"/>
    <dgm:cxn modelId="{13714825-C45C-44FF-A2D9-96437D799C67}" type="presOf" srcId="{A4D6AB1E-12BF-4876-9C57-9694E736B345}" destId="{522FA6EB-4292-4B16-BA2C-0D6FF6666A2E}" srcOrd="0" destOrd="0" presId="urn:microsoft.com/office/officeart/2008/layout/LinedList"/>
    <dgm:cxn modelId="{0559BB27-6E03-43BA-AF06-FE59DC721D5D}" type="presOf" srcId="{657E35C7-EAC9-4E7A-8DED-3FE311EC2C62}" destId="{2E1F5C11-278F-4FBE-B032-8F2DA3862A90}" srcOrd="0" destOrd="0" presId="urn:microsoft.com/office/officeart/2008/layout/LinedList"/>
    <dgm:cxn modelId="{D0686333-7358-4612-A841-C57636DE8C6F}" srcId="{28C91A08-0941-424C-AD8C-4B34991F8A8D}" destId="{DA27CCAE-A2C3-4CA5-A959-1BC3047693E8}" srcOrd="1" destOrd="0" parTransId="{A56A35AA-F2B0-44A2-9101-B6A92254B1A4}" sibTransId="{986842AF-63FA-4F34-9553-33A09D76319C}"/>
    <dgm:cxn modelId="{5ECC055B-0C38-4317-B06C-D3E8D9317773}" srcId="{28C91A08-0941-424C-AD8C-4B34991F8A8D}" destId="{A4D6AB1E-12BF-4876-9C57-9694E736B345}" srcOrd="10" destOrd="0" parTransId="{B302967C-AE0B-465E-B110-DC56F8EA1735}" sibTransId="{7656AB8F-CC08-4295-AEC5-E004583004AF}"/>
    <dgm:cxn modelId="{76D14162-58E0-4103-A351-124E7278060A}" type="presOf" srcId="{F1A437D1-7534-4A0E-8F33-B7ACCDD4046E}" destId="{9BC0DA44-89D3-4C21-805D-EA664A9EEA00}" srcOrd="0" destOrd="0" presId="urn:microsoft.com/office/officeart/2008/layout/LinedList"/>
    <dgm:cxn modelId="{69730543-E7DA-4593-A6B9-4D85437B69DD}" type="presOf" srcId="{9060C792-803A-4C47-A216-04B1038FCC00}" destId="{DF21362A-A965-42EB-AF91-93CB64AAE450}" srcOrd="0" destOrd="0" presId="urn:microsoft.com/office/officeart/2008/layout/LinedList"/>
    <dgm:cxn modelId="{4AEA2A49-4F4B-41C2-B8E8-C6A81010444E}" type="presOf" srcId="{B147C49B-72CE-418D-A6BB-F10D83F1EB22}" destId="{4E372767-E8DB-4CE2-B122-B28556B16057}" srcOrd="0" destOrd="0" presId="urn:microsoft.com/office/officeart/2008/layout/LinedList"/>
    <dgm:cxn modelId="{2B2EB94B-74EE-4C1C-8CC3-6A75EA92F8D6}" srcId="{28C91A08-0941-424C-AD8C-4B34991F8A8D}" destId="{48567935-2E01-416B-95EB-658A9E0CD6AD}" srcOrd="4" destOrd="0" parTransId="{030CBBCD-31BD-4304-8A74-85F2F7E37E0C}" sibTransId="{82D6BF1D-A125-4E1D-8081-2B52DE3891AD}"/>
    <dgm:cxn modelId="{9590FA6C-C85E-4EBA-830E-9DEB01062295}" srcId="{28C91A08-0941-424C-AD8C-4B34991F8A8D}" destId="{9060C792-803A-4C47-A216-04B1038FCC00}" srcOrd="0" destOrd="0" parTransId="{E8B6BF08-8DE0-4D37-A792-44C9D7B1797F}" sibTransId="{35A3F01B-4221-4E7C-AC09-BABE4FC614DE}"/>
    <dgm:cxn modelId="{8CE3424E-D564-485F-A8AA-FB2D2AA57CF6}" srcId="{28C91A08-0941-424C-AD8C-4B34991F8A8D}" destId="{A0FD1715-FE35-4C27-8403-D512FA8E5B72}" srcOrd="11" destOrd="0" parTransId="{1CF520F6-8DA1-4ED6-842F-1F25C8A7F12B}" sibTransId="{F0D8E4A1-F7FA-49F4-97CC-EE3E7417F932}"/>
    <dgm:cxn modelId="{6A9D1C7C-F76A-4E6B-9869-AD67A7E32063}" type="presOf" srcId="{28C91A08-0941-424C-AD8C-4B34991F8A8D}" destId="{7162E5DE-E921-48BE-965F-FABE8FAC3983}" srcOrd="0" destOrd="0" presId="urn:microsoft.com/office/officeart/2008/layout/LinedList"/>
    <dgm:cxn modelId="{0C68FC81-7653-459C-A85F-D0DAE5F55DBD}" type="presOf" srcId="{DA27CCAE-A2C3-4CA5-A959-1BC3047693E8}" destId="{B12A4CA5-0FEB-4071-AA26-FE4F79B2CCB9}" srcOrd="0" destOrd="0" presId="urn:microsoft.com/office/officeart/2008/layout/LinedList"/>
    <dgm:cxn modelId="{37C29E8B-4301-4472-8A9A-F94C1D28168F}" srcId="{28C91A08-0941-424C-AD8C-4B34991F8A8D}" destId="{EF6BC95E-2EF8-4050-9FEB-93BA695E0CB5}" srcOrd="5" destOrd="0" parTransId="{E651C412-6BB9-46E3-A598-CA8462427D72}" sibTransId="{C1B7FCE9-0179-476E-AB59-195BB2AE5218}"/>
    <dgm:cxn modelId="{211BC7B6-C957-4216-94BF-5116F18E2E82}" srcId="{28C91A08-0941-424C-AD8C-4B34991F8A8D}" destId="{848CCA2C-3E76-47CB-B550-B07FC22E0102}" srcOrd="8" destOrd="0" parTransId="{E2355144-3681-4645-8FA2-5A7099982A31}" sibTransId="{0726F70D-F5B7-4F61-9741-5768AD62865C}"/>
    <dgm:cxn modelId="{72AC03C2-81B9-49FA-9404-5ABC61BA439F}" type="presOf" srcId="{EF6BC95E-2EF8-4050-9FEB-93BA695E0CB5}" destId="{521A8A79-6CA5-4BB5-97EB-788E1E83F287}" srcOrd="0" destOrd="0" presId="urn:microsoft.com/office/officeart/2008/layout/LinedList"/>
    <dgm:cxn modelId="{7698C4CA-86C2-4D56-8B7A-08D020C334A1}" type="presOf" srcId="{848CCA2C-3E76-47CB-B550-B07FC22E0102}" destId="{D488D580-44C4-4CF0-AFE4-FF94D237181E}" srcOrd="0" destOrd="0" presId="urn:microsoft.com/office/officeart/2008/layout/LinedList"/>
    <dgm:cxn modelId="{CEC840CE-AA23-413B-835C-AFB50A433DF7}" srcId="{28C91A08-0941-424C-AD8C-4B34991F8A8D}" destId="{657E35C7-EAC9-4E7A-8DED-3FE311EC2C62}" srcOrd="9" destOrd="0" parTransId="{97D38439-3F1A-4685-8E24-4A6E7479C4C1}" sibTransId="{8E143901-1F4E-4109-AA4D-A846FB0F03AF}"/>
    <dgm:cxn modelId="{7311FDD0-501A-43D1-9CD8-98E968F620B5}" srcId="{28C91A08-0941-424C-AD8C-4B34991F8A8D}" destId="{33534F59-0983-4062-8D58-688D31EAB169}" srcOrd="6" destOrd="0" parTransId="{CCBFC7C1-8249-47F8-8996-918FDA3EA493}" sibTransId="{6F130147-F92D-427F-8E42-6CC24A83340F}"/>
    <dgm:cxn modelId="{D1923CD4-47E9-4794-8A13-28EB5A710DD0}" type="presOf" srcId="{BFB96867-2E35-436B-B5CF-AEF46DA74FE0}" destId="{502ACA87-2F4A-4512-9D15-2C6DA41C22EC}" srcOrd="0" destOrd="0" presId="urn:microsoft.com/office/officeart/2008/layout/LinedList"/>
    <dgm:cxn modelId="{8D82CBE1-2CA0-4426-AFE9-7F95EF288BCF}" type="presOf" srcId="{A0FD1715-FE35-4C27-8403-D512FA8E5B72}" destId="{ABA7BC4E-89DC-4F89-A09F-2ABE994D2EBB}" srcOrd="0" destOrd="0" presId="urn:microsoft.com/office/officeart/2008/layout/LinedList"/>
    <dgm:cxn modelId="{DF99A0EE-42D5-4B73-BE68-A88E144D08ED}" srcId="{28C91A08-0941-424C-AD8C-4B34991F8A8D}" destId="{B147C49B-72CE-418D-A6BB-F10D83F1EB22}" srcOrd="12" destOrd="0" parTransId="{C8D3CDA9-0901-46AE-9271-136189C50C57}" sibTransId="{7309D7DE-6A46-4270-93A2-97E6EA329D7D}"/>
    <dgm:cxn modelId="{4FCC3DF3-F7D1-4456-AAD5-D2F0949CFC25}" type="presOf" srcId="{3E0CAA64-A7FA-43A5-86D8-6D319F8B9060}" destId="{FC491B3B-925C-4400-B6FF-1FA18BFB4C61}" srcOrd="0" destOrd="0" presId="urn:microsoft.com/office/officeart/2008/layout/LinedList"/>
    <dgm:cxn modelId="{3FD61349-60C8-4E81-AED4-03FE334E97BC}" type="presParOf" srcId="{7162E5DE-E921-48BE-965F-FABE8FAC3983}" destId="{3E6E7260-42C8-45FE-A0EF-7B8E6EBE25BE}" srcOrd="0" destOrd="0" presId="urn:microsoft.com/office/officeart/2008/layout/LinedList"/>
    <dgm:cxn modelId="{3488A9F7-38A2-4BD7-93C9-E0F742D68466}" type="presParOf" srcId="{7162E5DE-E921-48BE-965F-FABE8FAC3983}" destId="{409B74B8-A34E-418B-B790-95BDEAE2BDDA}" srcOrd="1" destOrd="0" presId="urn:microsoft.com/office/officeart/2008/layout/LinedList"/>
    <dgm:cxn modelId="{7AB41ABD-878B-40CA-89AF-388BFAC88DD5}" type="presParOf" srcId="{409B74B8-A34E-418B-B790-95BDEAE2BDDA}" destId="{DF21362A-A965-42EB-AF91-93CB64AAE450}" srcOrd="0" destOrd="0" presId="urn:microsoft.com/office/officeart/2008/layout/LinedList"/>
    <dgm:cxn modelId="{6A620D5B-27F6-4A68-8BD7-12C5F97A6C24}" type="presParOf" srcId="{409B74B8-A34E-418B-B790-95BDEAE2BDDA}" destId="{F10ABA08-ED1E-46C1-A6D1-854CE1F6DC1D}" srcOrd="1" destOrd="0" presId="urn:microsoft.com/office/officeart/2008/layout/LinedList"/>
    <dgm:cxn modelId="{D22DF570-1ABA-4AFC-9D60-6A184B62B1CA}" type="presParOf" srcId="{7162E5DE-E921-48BE-965F-FABE8FAC3983}" destId="{44F96885-9E5F-436B-9362-60CAD913E5E2}" srcOrd="2" destOrd="0" presId="urn:microsoft.com/office/officeart/2008/layout/LinedList"/>
    <dgm:cxn modelId="{E8B40395-9B7E-4B5E-9453-6947F8C6927D}" type="presParOf" srcId="{7162E5DE-E921-48BE-965F-FABE8FAC3983}" destId="{77C791D5-6824-4517-9935-6408152CF3EC}" srcOrd="3" destOrd="0" presId="urn:microsoft.com/office/officeart/2008/layout/LinedList"/>
    <dgm:cxn modelId="{7E9817BE-5618-47FE-A684-ACFFAAB2B602}" type="presParOf" srcId="{77C791D5-6824-4517-9935-6408152CF3EC}" destId="{B12A4CA5-0FEB-4071-AA26-FE4F79B2CCB9}" srcOrd="0" destOrd="0" presId="urn:microsoft.com/office/officeart/2008/layout/LinedList"/>
    <dgm:cxn modelId="{FF2C8B77-59F5-45BC-96E1-0F13F288A702}" type="presParOf" srcId="{77C791D5-6824-4517-9935-6408152CF3EC}" destId="{35C12A21-8F72-46DF-96C1-C139E36A40FB}" srcOrd="1" destOrd="0" presId="urn:microsoft.com/office/officeart/2008/layout/LinedList"/>
    <dgm:cxn modelId="{D1440DA4-3590-443C-B0D6-01798D8B388C}" type="presParOf" srcId="{7162E5DE-E921-48BE-965F-FABE8FAC3983}" destId="{7D1E0738-8F20-4EAC-B19B-8C97F671C809}" srcOrd="4" destOrd="0" presId="urn:microsoft.com/office/officeart/2008/layout/LinedList"/>
    <dgm:cxn modelId="{C5F79648-D8D0-4105-887A-E23023260B14}" type="presParOf" srcId="{7162E5DE-E921-48BE-965F-FABE8FAC3983}" destId="{1AC6CE11-816A-4993-86A2-6D8A2FBD26F5}" srcOrd="5" destOrd="0" presId="urn:microsoft.com/office/officeart/2008/layout/LinedList"/>
    <dgm:cxn modelId="{CF884F16-7B35-4564-9F5B-CA1F2C814ABD}" type="presParOf" srcId="{1AC6CE11-816A-4993-86A2-6D8A2FBD26F5}" destId="{9BC0DA44-89D3-4C21-805D-EA664A9EEA00}" srcOrd="0" destOrd="0" presId="urn:microsoft.com/office/officeart/2008/layout/LinedList"/>
    <dgm:cxn modelId="{674E221B-D730-4F35-8BDF-14C6E2C2AE87}" type="presParOf" srcId="{1AC6CE11-816A-4993-86A2-6D8A2FBD26F5}" destId="{CFF63BA8-2982-48B0-A32D-6801EF557AF6}" srcOrd="1" destOrd="0" presId="urn:microsoft.com/office/officeart/2008/layout/LinedList"/>
    <dgm:cxn modelId="{39C26C85-19FB-42E0-AE97-E99CF3978D76}" type="presParOf" srcId="{7162E5DE-E921-48BE-965F-FABE8FAC3983}" destId="{789CEA65-9C1C-47AC-9BAF-7BA057F18461}" srcOrd="6" destOrd="0" presId="urn:microsoft.com/office/officeart/2008/layout/LinedList"/>
    <dgm:cxn modelId="{C7B08314-9874-4C77-AC82-A21E25C1EACE}" type="presParOf" srcId="{7162E5DE-E921-48BE-965F-FABE8FAC3983}" destId="{3A3EDA58-54BE-4FCB-B20B-F7152172F1A4}" srcOrd="7" destOrd="0" presId="urn:microsoft.com/office/officeart/2008/layout/LinedList"/>
    <dgm:cxn modelId="{6D85944D-42E6-4392-818D-3D7E734235B3}" type="presParOf" srcId="{3A3EDA58-54BE-4FCB-B20B-F7152172F1A4}" destId="{502ACA87-2F4A-4512-9D15-2C6DA41C22EC}" srcOrd="0" destOrd="0" presId="urn:microsoft.com/office/officeart/2008/layout/LinedList"/>
    <dgm:cxn modelId="{8F3E2431-C483-466E-93F1-9140400D0E63}" type="presParOf" srcId="{3A3EDA58-54BE-4FCB-B20B-F7152172F1A4}" destId="{022AD593-F5A2-43CF-B86A-6F55F94D2D25}" srcOrd="1" destOrd="0" presId="urn:microsoft.com/office/officeart/2008/layout/LinedList"/>
    <dgm:cxn modelId="{712F7F86-B776-4790-A196-D5E20AA46B1C}" type="presParOf" srcId="{7162E5DE-E921-48BE-965F-FABE8FAC3983}" destId="{A2AE4FC7-2E6D-487D-B772-1AD00F39D254}" srcOrd="8" destOrd="0" presId="urn:microsoft.com/office/officeart/2008/layout/LinedList"/>
    <dgm:cxn modelId="{3166394F-3A2C-4C90-8EE1-61B6C9829CC7}" type="presParOf" srcId="{7162E5DE-E921-48BE-965F-FABE8FAC3983}" destId="{C842C97E-6C05-429D-9410-11945CB70035}" srcOrd="9" destOrd="0" presId="urn:microsoft.com/office/officeart/2008/layout/LinedList"/>
    <dgm:cxn modelId="{6AD63FE8-A979-4D94-BEEF-DDCBCFB21445}" type="presParOf" srcId="{C842C97E-6C05-429D-9410-11945CB70035}" destId="{CCBFB4AF-F8F5-41D2-B0D3-E039692596D5}" srcOrd="0" destOrd="0" presId="urn:microsoft.com/office/officeart/2008/layout/LinedList"/>
    <dgm:cxn modelId="{ECFF0CBC-09D7-4019-B6E1-A2B576245FFE}" type="presParOf" srcId="{C842C97E-6C05-429D-9410-11945CB70035}" destId="{04763644-E6E2-4754-A23D-533414CF175C}" srcOrd="1" destOrd="0" presId="urn:microsoft.com/office/officeart/2008/layout/LinedList"/>
    <dgm:cxn modelId="{0B865318-00F7-4DB6-90FB-C223A859578A}" type="presParOf" srcId="{7162E5DE-E921-48BE-965F-FABE8FAC3983}" destId="{BCB24D37-0845-4E8F-81C1-F36E42A963F6}" srcOrd="10" destOrd="0" presId="urn:microsoft.com/office/officeart/2008/layout/LinedList"/>
    <dgm:cxn modelId="{7EB62FE2-FEE0-4E7E-BD86-EDA2698D5F19}" type="presParOf" srcId="{7162E5DE-E921-48BE-965F-FABE8FAC3983}" destId="{7E1D7F4D-B6A3-4DAB-8893-80F845D6D71C}" srcOrd="11" destOrd="0" presId="urn:microsoft.com/office/officeart/2008/layout/LinedList"/>
    <dgm:cxn modelId="{D933D57F-3ED8-415D-BF43-69988033A4DA}" type="presParOf" srcId="{7E1D7F4D-B6A3-4DAB-8893-80F845D6D71C}" destId="{521A8A79-6CA5-4BB5-97EB-788E1E83F287}" srcOrd="0" destOrd="0" presId="urn:microsoft.com/office/officeart/2008/layout/LinedList"/>
    <dgm:cxn modelId="{475E2095-215F-431B-A6E1-92ED0676CF9C}" type="presParOf" srcId="{7E1D7F4D-B6A3-4DAB-8893-80F845D6D71C}" destId="{4D75D8ED-632F-4A3E-A718-3E4787ADD706}" srcOrd="1" destOrd="0" presId="urn:microsoft.com/office/officeart/2008/layout/LinedList"/>
    <dgm:cxn modelId="{396CE765-FDA8-4CDF-992A-74ED5CB877E9}" type="presParOf" srcId="{7162E5DE-E921-48BE-965F-FABE8FAC3983}" destId="{CBAD4C51-0FE1-48A2-8B06-4CDF13225FC2}" srcOrd="12" destOrd="0" presId="urn:microsoft.com/office/officeart/2008/layout/LinedList"/>
    <dgm:cxn modelId="{AAA9074D-4E09-432C-977A-ED3BEDEA59DD}" type="presParOf" srcId="{7162E5DE-E921-48BE-965F-FABE8FAC3983}" destId="{3D28387F-90C4-4DE9-8C24-214D8D04C86C}" srcOrd="13" destOrd="0" presId="urn:microsoft.com/office/officeart/2008/layout/LinedList"/>
    <dgm:cxn modelId="{825DDF5C-DDCD-4ECD-AD6C-930D32D4F036}" type="presParOf" srcId="{3D28387F-90C4-4DE9-8C24-214D8D04C86C}" destId="{95DF6034-50FA-408E-BA52-A02F786305ED}" srcOrd="0" destOrd="0" presId="urn:microsoft.com/office/officeart/2008/layout/LinedList"/>
    <dgm:cxn modelId="{303D92A9-3594-4F4E-A18F-87D09AACA634}" type="presParOf" srcId="{3D28387F-90C4-4DE9-8C24-214D8D04C86C}" destId="{3D71EE4D-82E7-4C66-B357-9BB6512FD702}" srcOrd="1" destOrd="0" presId="urn:microsoft.com/office/officeart/2008/layout/LinedList"/>
    <dgm:cxn modelId="{5FAE2BCA-165D-4C6C-ACEA-852A7E52A7F1}" type="presParOf" srcId="{7162E5DE-E921-48BE-965F-FABE8FAC3983}" destId="{988CEC64-D48A-4D90-8EE1-14986056CCD2}" srcOrd="14" destOrd="0" presId="urn:microsoft.com/office/officeart/2008/layout/LinedList"/>
    <dgm:cxn modelId="{359EE2AE-B2A6-46DA-98BB-82DDBC15593D}" type="presParOf" srcId="{7162E5DE-E921-48BE-965F-FABE8FAC3983}" destId="{2182C196-1BAD-4D2D-BC12-FF9BAC8A97F4}" srcOrd="15" destOrd="0" presId="urn:microsoft.com/office/officeart/2008/layout/LinedList"/>
    <dgm:cxn modelId="{F68497E4-5439-4389-9C77-A8C2C3CA2994}" type="presParOf" srcId="{2182C196-1BAD-4D2D-BC12-FF9BAC8A97F4}" destId="{FC491B3B-925C-4400-B6FF-1FA18BFB4C61}" srcOrd="0" destOrd="0" presId="urn:microsoft.com/office/officeart/2008/layout/LinedList"/>
    <dgm:cxn modelId="{7FA1B47E-6F0F-4C81-9BCA-C6DE77264447}" type="presParOf" srcId="{2182C196-1BAD-4D2D-BC12-FF9BAC8A97F4}" destId="{5FA09F26-E545-4BE2-9D1C-9F882EC9D82B}" srcOrd="1" destOrd="0" presId="urn:microsoft.com/office/officeart/2008/layout/LinedList"/>
    <dgm:cxn modelId="{192D2DC5-F6AB-479E-9C38-F76AC5481BE0}" type="presParOf" srcId="{7162E5DE-E921-48BE-965F-FABE8FAC3983}" destId="{E154DBD4-F555-45F1-9366-CA2D0FE6B0E6}" srcOrd="16" destOrd="0" presId="urn:microsoft.com/office/officeart/2008/layout/LinedList"/>
    <dgm:cxn modelId="{835697BD-C262-4275-A6E9-8631AF7C94F6}" type="presParOf" srcId="{7162E5DE-E921-48BE-965F-FABE8FAC3983}" destId="{40D4C29F-105B-4CCD-9454-8BDC98BD4084}" srcOrd="17" destOrd="0" presId="urn:microsoft.com/office/officeart/2008/layout/LinedList"/>
    <dgm:cxn modelId="{85DAC972-28B0-4312-8547-49712C904B2E}" type="presParOf" srcId="{40D4C29F-105B-4CCD-9454-8BDC98BD4084}" destId="{D488D580-44C4-4CF0-AFE4-FF94D237181E}" srcOrd="0" destOrd="0" presId="urn:microsoft.com/office/officeart/2008/layout/LinedList"/>
    <dgm:cxn modelId="{F7FF34E4-3652-4FAC-82C6-AE8226CB3373}" type="presParOf" srcId="{40D4C29F-105B-4CCD-9454-8BDC98BD4084}" destId="{4D555F04-31E6-4F9B-9202-1858A3129F23}" srcOrd="1" destOrd="0" presId="urn:microsoft.com/office/officeart/2008/layout/LinedList"/>
    <dgm:cxn modelId="{4682C415-F8E4-4E83-8B57-980E2FD119B7}" type="presParOf" srcId="{7162E5DE-E921-48BE-965F-FABE8FAC3983}" destId="{1434DAF4-81E5-417C-ADF0-74A225B91F61}" srcOrd="18" destOrd="0" presId="urn:microsoft.com/office/officeart/2008/layout/LinedList"/>
    <dgm:cxn modelId="{B5DA3539-52B8-48B7-8310-1764D02BDB19}" type="presParOf" srcId="{7162E5DE-E921-48BE-965F-FABE8FAC3983}" destId="{656AA077-3A00-427C-A6A8-4DB0AB27289A}" srcOrd="19" destOrd="0" presId="urn:microsoft.com/office/officeart/2008/layout/LinedList"/>
    <dgm:cxn modelId="{E6BB6378-52A2-4D51-8496-2095B21161B2}" type="presParOf" srcId="{656AA077-3A00-427C-A6A8-4DB0AB27289A}" destId="{2E1F5C11-278F-4FBE-B032-8F2DA3862A90}" srcOrd="0" destOrd="0" presId="urn:microsoft.com/office/officeart/2008/layout/LinedList"/>
    <dgm:cxn modelId="{1C88BFA1-E7EE-4946-A8AA-3A8952DF97CA}" type="presParOf" srcId="{656AA077-3A00-427C-A6A8-4DB0AB27289A}" destId="{9DCC43BE-F109-4B42-A93E-67E6C4106D1B}" srcOrd="1" destOrd="0" presId="urn:microsoft.com/office/officeart/2008/layout/LinedList"/>
    <dgm:cxn modelId="{ECAAC14F-4C72-49A9-B192-BE6C3D178066}" type="presParOf" srcId="{7162E5DE-E921-48BE-965F-FABE8FAC3983}" destId="{35F47B1A-B254-4481-8493-8D3823A0E625}" srcOrd="20" destOrd="0" presId="urn:microsoft.com/office/officeart/2008/layout/LinedList"/>
    <dgm:cxn modelId="{51110491-5894-4D6D-A86A-23B5873DF7A8}" type="presParOf" srcId="{7162E5DE-E921-48BE-965F-FABE8FAC3983}" destId="{BD04C3EE-4FC8-4862-9293-2DBEC568283E}" srcOrd="21" destOrd="0" presId="urn:microsoft.com/office/officeart/2008/layout/LinedList"/>
    <dgm:cxn modelId="{04C0555F-F1C9-4BF8-9831-1ADDA5DE8A49}" type="presParOf" srcId="{BD04C3EE-4FC8-4862-9293-2DBEC568283E}" destId="{522FA6EB-4292-4B16-BA2C-0D6FF6666A2E}" srcOrd="0" destOrd="0" presId="urn:microsoft.com/office/officeart/2008/layout/LinedList"/>
    <dgm:cxn modelId="{32542077-5E21-439D-876F-28EBFDCA308B}" type="presParOf" srcId="{BD04C3EE-4FC8-4862-9293-2DBEC568283E}" destId="{4F171ED5-9B70-407A-A907-49B5BA288861}" srcOrd="1" destOrd="0" presId="urn:microsoft.com/office/officeart/2008/layout/LinedList"/>
    <dgm:cxn modelId="{FE6566A1-E97E-42BC-BCFD-BB15C41A9C90}" type="presParOf" srcId="{7162E5DE-E921-48BE-965F-FABE8FAC3983}" destId="{D12F57C2-0480-48CE-B71E-4E46E786EB0B}" srcOrd="22" destOrd="0" presId="urn:microsoft.com/office/officeart/2008/layout/LinedList"/>
    <dgm:cxn modelId="{1A754FBA-4754-49BF-8BD2-217D92FAE245}" type="presParOf" srcId="{7162E5DE-E921-48BE-965F-FABE8FAC3983}" destId="{E0702067-98FB-4CA1-9C46-58962E5B53C6}" srcOrd="23" destOrd="0" presId="urn:microsoft.com/office/officeart/2008/layout/LinedList"/>
    <dgm:cxn modelId="{1775FF14-31CC-430A-BA80-593D9DF8E95E}" type="presParOf" srcId="{E0702067-98FB-4CA1-9C46-58962E5B53C6}" destId="{ABA7BC4E-89DC-4F89-A09F-2ABE994D2EBB}" srcOrd="0" destOrd="0" presId="urn:microsoft.com/office/officeart/2008/layout/LinedList"/>
    <dgm:cxn modelId="{6C0A4318-314A-493B-8240-C4E7CB34BCBA}" type="presParOf" srcId="{E0702067-98FB-4CA1-9C46-58962E5B53C6}" destId="{25486EE3-9DD9-4B59-953E-82A7634EF15E}" srcOrd="1" destOrd="0" presId="urn:microsoft.com/office/officeart/2008/layout/LinedList"/>
    <dgm:cxn modelId="{77621566-A5DE-4E84-B9EC-AD8D3884CC60}" type="presParOf" srcId="{7162E5DE-E921-48BE-965F-FABE8FAC3983}" destId="{6E10F107-7B67-47C6-B574-5FE55077CBA3}" srcOrd="24" destOrd="0" presId="urn:microsoft.com/office/officeart/2008/layout/LinedList"/>
    <dgm:cxn modelId="{8A1951B6-B993-41AE-9D8A-55F54AB44DA0}" type="presParOf" srcId="{7162E5DE-E921-48BE-965F-FABE8FAC3983}" destId="{BF5EC1CD-1954-4869-A240-89A9971EE56D}" srcOrd="25" destOrd="0" presId="urn:microsoft.com/office/officeart/2008/layout/LinedList"/>
    <dgm:cxn modelId="{BFAB4715-1857-40FA-BC9F-38494E65814B}" type="presParOf" srcId="{BF5EC1CD-1954-4869-A240-89A9971EE56D}" destId="{4E372767-E8DB-4CE2-B122-B28556B16057}" srcOrd="0" destOrd="0" presId="urn:microsoft.com/office/officeart/2008/layout/LinedList"/>
    <dgm:cxn modelId="{B51300AA-5B81-42B1-8743-C5F975EC84C0}" type="presParOf" srcId="{BF5EC1CD-1954-4869-A240-89A9971EE56D}" destId="{42A92E37-DA8B-4E33-BEE0-D8F67FA5460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4E07E9-3AC2-434F-ABC3-3F97AA95A273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E14A22E-C6FD-41E5-9745-822ADBED8695}">
      <dgm:prSet/>
      <dgm:spPr/>
      <dgm:t>
        <a:bodyPr/>
        <a:lstStyle/>
        <a:p>
          <a:r>
            <a:rPr lang="en-IN"/>
            <a:t>Data Collection &amp; Storage</a:t>
          </a:r>
          <a:endParaRPr lang="en-US"/>
        </a:p>
      </dgm:t>
    </dgm:pt>
    <dgm:pt modelId="{3B020422-923A-4A5D-9849-EF974D0339A0}" type="parTrans" cxnId="{4ECD451F-3B01-4A3A-B33B-6E88EDBB1D52}">
      <dgm:prSet/>
      <dgm:spPr/>
      <dgm:t>
        <a:bodyPr/>
        <a:lstStyle/>
        <a:p>
          <a:endParaRPr lang="en-US"/>
        </a:p>
      </dgm:t>
    </dgm:pt>
    <dgm:pt modelId="{BE70B19D-341C-4D8D-83D8-E91A98FBB0BC}" type="sibTrans" cxnId="{4ECD451F-3B01-4A3A-B33B-6E88EDBB1D52}">
      <dgm:prSet/>
      <dgm:spPr/>
      <dgm:t>
        <a:bodyPr/>
        <a:lstStyle/>
        <a:p>
          <a:endParaRPr lang="en-US"/>
        </a:p>
      </dgm:t>
    </dgm:pt>
    <dgm:pt modelId="{9302A23C-D782-4903-A4C6-0E5A0CD87C35}">
      <dgm:prSet/>
      <dgm:spPr/>
      <dgm:t>
        <a:bodyPr/>
        <a:lstStyle/>
        <a:p>
          <a:r>
            <a:rPr lang="en-IN"/>
            <a:t>Customer Data Preprocessing</a:t>
          </a:r>
          <a:endParaRPr lang="en-US"/>
        </a:p>
      </dgm:t>
    </dgm:pt>
    <dgm:pt modelId="{B27FF74E-5A1F-4B89-AE95-5E4709D062F9}" type="parTrans" cxnId="{EF97A085-F9AC-42BE-B388-0D3EBB1B6A12}">
      <dgm:prSet/>
      <dgm:spPr/>
      <dgm:t>
        <a:bodyPr/>
        <a:lstStyle/>
        <a:p>
          <a:endParaRPr lang="en-US"/>
        </a:p>
      </dgm:t>
    </dgm:pt>
    <dgm:pt modelId="{F69C16E4-1ECA-4A64-A207-5780CA55049F}" type="sibTrans" cxnId="{EF97A085-F9AC-42BE-B388-0D3EBB1B6A12}">
      <dgm:prSet/>
      <dgm:spPr/>
      <dgm:t>
        <a:bodyPr/>
        <a:lstStyle/>
        <a:p>
          <a:endParaRPr lang="en-US"/>
        </a:p>
      </dgm:t>
    </dgm:pt>
    <dgm:pt modelId="{79AA88BD-B3AF-4ACB-B25B-1E1F4DAD648F}">
      <dgm:prSet/>
      <dgm:spPr/>
      <dgm:t>
        <a:bodyPr/>
        <a:lstStyle/>
        <a:p>
          <a:r>
            <a:rPr lang="en-IN"/>
            <a:t>Environment: Python &amp; Jupyter</a:t>
          </a:r>
          <a:endParaRPr lang="en-US"/>
        </a:p>
      </dgm:t>
    </dgm:pt>
    <dgm:pt modelId="{869C030A-A017-4EE3-99A4-197DF0709E70}" type="parTrans" cxnId="{0287CC47-6CF6-4FDB-ACDC-F5137923A6E1}">
      <dgm:prSet/>
      <dgm:spPr/>
      <dgm:t>
        <a:bodyPr/>
        <a:lstStyle/>
        <a:p>
          <a:endParaRPr lang="en-US"/>
        </a:p>
      </dgm:t>
    </dgm:pt>
    <dgm:pt modelId="{95D7E30E-B619-4DF6-B771-0DE634759381}" type="sibTrans" cxnId="{0287CC47-6CF6-4FDB-ACDC-F5137923A6E1}">
      <dgm:prSet/>
      <dgm:spPr/>
      <dgm:t>
        <a:bodyPr/>
        <a:lstStyle/>
        <a:p>
          <a:endParaRPr lang="en-US"/>
        </a:p>
      </dgm:t>
    </dgm:pt>
    <dgm:pt modelId="{8E786C61-17E5-483D-9A9D-3B3492CA8E1D}">
      <dgm:prSet/>
      <dgm:spPr/>
      <dgm:t>
        <a:bodyPr/>
        <a:lstStyle/>
        <a:p>
          <a:r>
            <a:rPr lang="en-IN"/>
            <a:t>Model Training &amp; Evaluation</a:t>
          </a:r>
          <a:endParaRPr lang="en-US"/>
        </a:p>
      </dgm:t>
    </dgm:pt>
    <dgm:pt modelId="{A197E7BE-F9EA-4134-8BD4-A3D29D5FE72B}" type="parTrans" cxnId="{D17A43C5-65BB-42DD-BF75-FA695D46590F}">
      <dgm:prSet/>
      <dgm:spPr/>
      <dgm:t>
        <a:bodyPr/>
        <a:lstStyle/>
        <a:p>
          <a:endParaRPr lang="en-US"/>
        </a:p>
      </dgm:t>
    </dgm:pt>
    <dgm:pt modelId="{A482BDCF-5DCD-4D90-80E9-942E9B2D2350}" type="sibTrans" cxnId="{D17A43C5-65BB-42DD-BF75-FA695D46590F}">
      <dgm:prSet/>
      <dgm:spPr/>
      <dgm:t>
        <a:bodyPr/>
        <a:lstStyle/>
        <a:p>
          <a:endParaRPr lang="en-US"/>
        </a:p>
      </dgm:t>
    </dgm:pt>
    <dgm:pt modelId="{366D34E3-D3D9-408D-92F6-26DBA9E198A1}">
      <dgm:prSet/>
      <dgm:spPr/>
      <dgm:t>
        <a:bodyPr/>
        <a:lstStyle/>
        <a:p>
          <a:r>
            <a:rPr lang="en-IN"/>
            <a:t>Coding: scikit-learn, XGBoost</a:t>
          </a:r>
          <a:endParaRPr lang="en-US"/>
        </a:p>
      </dgm:t>
    </dgm:pt>
    <dgm:pt modelId="{E961F026-B22D-4034-936B-D460E26EEBB3}" type="parTrans" cxnId="{B6E03848-A572-4686-B6E7-DAA06E9256DA}">
      <dgm:prSet/>
      <dgm:spPr/>
      <dgm:t>
        <a:bodyPr/>
        <a:lstStyle/>
        <a:p>
          <a:endParaRPr lang="en-US"/>
        </a:p>
      </dgm:t>
    </dgm:pt>
    <dgm:pt modelId="{F717BF8F-FAF0-4920-92D5-3169946DB2A3}" type="sibTrans" cxnId="{B6E03848-A572-4686-B6E7-DAA06E9256DA}">
      <dgm:prSet/>
      <dgm:spPr/>
      <dgm:t>
        <a:bodyPr/>
        <a:lstStyle/>
        <a:p>
          <a:endParaRPr lang="en-US"/>
        </a:p>
      </dgm:t>
    </dgm:pt>
    <dgm:pt modelId="{69014955-D2BE-489C-B5E1-2D75E10D0C68}" type="pres">
      <dgm:prSet presAssocID="{6D4E07E9-3AC2-434F-ABC3-3F97AA95A273}" presName="root" presStyleCnt="0">
        <dgm:presLayoutVars>
          <dgm:dir/>
          <dgm:resizeHandles val="exact"/>
        </dgm:presLayoutVars>
      </dgm:prSet>
      <dgm:spPr/>
    </dgm:pt>
    <dgm:pt modelId="{8F636BE1-0137-4B51-B5D9-05793999DAD2}" type="pres">
      <dgm:prSet presAssocID="{9E14A22E-C6FD-41E5-9745-822ADBED8695}" presName="compNode" presStyleCnt="0"/>
      <dgm:spPr/>
    </dgm:pt>
    <dgm:pt modelId="{BB4AA8C3-8A82-4A13-83B3-56E99BA94A77}" type="pres">
      <dgm:prSet presAssocID="{9E14A22E-C6FD-41E5-9745-822ADBED8695}" presName="bgRect" presStyleLbl="bgShp" presStyleIdx="0" presStyleCnt="5"/>
      <dgm:spPr/>
    </dgm:pt>
    <dgm:pt modelId="{23C53B1D-07BA-4748-907C-37CF55F83519}" type="pres">
      <dgm:prSet presAssocID="{9E14A22E-C6FD-41E5-9745-822ADBED869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</dgm:pt>
    <dgm:pt modelId="{56ABEEF1-5352-469E-A4AB-F0C9FF59D96D}" type="pres">
      <dgm:prSet presAssocID="{9E14A22E-C6FD-41E5-9745-822ADBED8695}" presName="spaceRect" presStyleCnt="0"/>
      <dgm:spPr/>
    </dgm:pt>
    <dgm:pt modelId="{7A66DC14-C72C-41A8-A7BC-104829BFDBFA}" type="pres">
      <dgm:prSet presAssocID="{9E14A22E-C6FD-41E5-9745-822ADBED8695}" presName="parTx" presStyleLbl="revTx" presStyleIdx="0" presStyleCnt="5">
        <dgm:presLayoutVars>
          <dgm:chMax val="0"/>
          <dgm:chPref val="0"/>
        </dgm:presLayoutVars>
      </dgm:prSet>
      <dgm:spPr/>
    </dgm:pt>
    <dgm:pt modelId="{5316584A-D47E-44C0-8AED-447F0A3186FB}" type="pres">
      <dgm:prSet presAssocID="{BE70B19D-341C-4D8D-83D8-E91A98FBB0BC}" presName="sibTrans" presStyleCnt="0"/>
      <dgm:spPr/>
    </dgm:pt>
    <dgm:pt modelId="{27C27088-9BC5-417B-A65E-ADB94DF60BD9}" type="pres">
      <dgm:prSet presAssocID="{9302A23C-D782-4903-A4C6-0E5A0CD87C35}" presName="compNode" presStyleCnt="0"/>
      <dgm:spPr/>
    </dgm:pt>
    <dgm:pt modelId="{93BDEFA1-6AEA-4A7F-859E-C64F86642820}" type="pres">
      <dgm:prSet presAssocID="{9302A23C-D782-4903-A4C6-0E5A0CD87C35}" presName="bgRect" presStyleLbl="bgShp" presStyleIdx="1" presStyleCnt="5"/>
      <dgm:spPr/>
    </dgm:pt>
    <dgm:pt modelId="{2828B8FE-E442-4F90-911F-E31833362C27}" type="pres">
      <dgm:prSet presAssocID="{9302A23C-D782-4903-A4C6-0E5A0CD87C3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F60D7490-2D5A-44FD-AF8F-E643E4E55F67}" type="pres">
      <dgm:prSet presAssocID="{9302A23C-D782-4903-A4C6-0E5A0CD87C35}" presName="spaceRect" presStyleCnt="0"/>
      <dgm:spPr/>
    </dgm:pt>
    <dgm:pt modelId="{8420C5EE-6D4D-4438-AE72-77166877CA75}" type="pres">
      <dgm:prSet presAssocID="{9302A23C-D782-4903-A4C6-0E5A0CD87C35}" presName="parTx" presStyleLbl="revTx" presStyleIdx="1" presStyleCnt="5">
        <dgm:presLayoutVars>
          <dgm:chMax val="0"/>
          <dgm:chPref val="0"/>
        </dgm:presLayoutVars>
      </dgm:prSet>
      <dgm:spPr/>
    </dgm:pt>
    <dgm:pt modelId="{DD660B86-526E-4221-B7FE-7BABC587F7D1}" type="pres">
      <dgm:prSet presAssocID="{F69C16E4-1ECA-4A64-A207-5780CA55049F}" presName="sibTrans" presStyleCnt="0"/>
      <dgm:spPr/>
    </dgm:pt>
    <dgm:pt modelId="{E0A6D87C-1630-4A4D-B556-B5A7488DFE60}" type="pres">
      <dgm:prSet presAssocID="{79AA88BD-B3AF-4ACB-B25B-1E1F4DAD648F}" presName="compNode" presStyleCnt="0"/>
      <dgm:spPr/>
    </dgm:pt>
    <dgm:pt modelId="{8AFA557E-C2FE-4736-A531-07C8424070BA}" type="pres">
      <dgm:prSet presAssocID="{79AA88BD-B3AF-4ACB-B25B-1E1F4DAD648F}" presName="bgRect" presStyleLbl="bgShp" presStyleIdx="2" presStyleCnt="5"/>
      <dgm:spPr/>
    </dgm:pt>
    <dgm:pt modelId="{53C60C45-7424-4B2C-B9DF-F9372CA7B8C7}" type="pres">
      <dgm:prSet presAssocID="{79AA88BD-B3AF-4ACB-B25B-1E1F4DAD648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</dgm:pt>
    <dgm:pt modelId="{C3EE39D1-F035-45D4-9650-43F36CFFF075}" type="pres">
      <dgm:prSet presAssocID="{79AA88BD-B3AF-4ACB-B25B-1E1F4DAD648F}" presName="spaceRect" presStyleCnt="0"/>
      <dgm:spPr/>
    </dgm:pt>
    <dgm:pt modelId="{F0395AB4-5477-4F3E-B42D-28883A13A67D}" type="pres">
      <dgm:prSet presAssocID="{79AA88BD-B3AF-4ACB-B25B-1E1F4DAD648F}" presName="parTx" presStyleLbl="revTx" presStyleIdx="2" presStyleCnt="5">
        <dgm:presLayoutVars>
          <dgm:chMax val="0"/>
          <dgm:chPref val="0"/>
        </dgm:presLayoutVars>
      </dgm:prSet>
      <dgm:spPr/>
    </dgm:pt>
    <dgm:pt modelId="{67AB7090-D13B-4D92-ADB7-7F5E3532E287}" type="pres">
      <dgm:prSet presAssocID="{95D7E30E-B619-4DF6-B771-0DE634759381}" presName="sibTrans" presStyleCnt="0"/>
      <dgm:spPr/>
    </dgm:pt>
    <dgm:pt modelId="{C9AE4001-AE5F-48F6-9FBF-E49E5708CDF6}" type="pres">
      <dgm:prSet presAssocID="{8E786C61-17E5-483D-9A9D-3B3492CA8E1D}" presName="compNode" presStyleCnt="0"/>
      <dgm:spPr/>
    </dgm:pt>
    <dgm:pt modelId="{773CA785-C407-4DFD-A192-A1BBA35EBA23}" type="pres">
      <dgm:prSet presAssocID="{8E786C61-17E5-483D-9A9D-3B3492CA8E1D}" presName="bgRect" presStyleLbl="bgShp" presStyleIdx="3" presStyleCnt="5"/>
      <dgm:spPr/>
    </dgm:pt>
    <dgm:pt modelId="{49BC65FC-D003-4206-A288-71B63056189A}" type="pres">
      <dgm:prSet presAssocID="{8E786C61-17E5-483D-9A9D-3B3492CA8E1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942C1DF1-1E9D-4964-8E6B-E0C300C487B2}" type="pres">
      <dgm:prSet presAssocID="{8E786C61-17E5-483D-9A9D-3B3492CA8E1D}" presName="spaceRect" presStyleCnt="0"/>
      <dgm:spPr/>
    </dgm:pt>
    <dgm:pt modelId="{32296A54-9579-460E-B212-2EAFAD23FEC4}" type="pres">
      <dgm:prSet presAssocID="{8E786C61-17E5-483D-9A9D-3B3492CA8E1D}" presName="parTx" presStyleLbl="revTx" presStyleIdx="3" presStyleCnt="5">
        <dgm:presLayoutVars>
          <dgm:chMax val="0"/>
          <dgm:chPref val="0"/>
        </dgm:presLayoutVars>
      </dgm:prSet>
      <dgm:spPr/>
    </dgm:pt>
    <dgm:pt modelId="{E05C128E-B14E-41F3-BFC7-BFAA218973E0}" type="pres">
      <dgm:prSet presAssocID="{A482BDCF-5DCD-4D90-80E9-942E9B2D2350}" presName="sibTrans" presStyleCnt="0"/>
      <dgm:spPr/>
    </dgm:pt>
    <dgm:pt modelId="{970D640E-1E4B-44FC-A1F4-7AAA040DB8BA}" type="pres">
      <dgm:prSet presAssocID="{366D34E3-D3D9-408D-92F6-26DBA9E198A1}" presName="compNode" presStyleCnt="0"/>
      <dgm:spPr/>
    </dgm:pt>
    <dgm:pt modelId="{8580C87F-9DAA-4ACE-B71F-83751F401DFC}" type="pres">
      <dgm:prSet presAssocID="{366D34E3-D3D9-408D-92F6-26DBA9E198A1}" presName="bgRect" presStyleLbl="bgShp" presStyleIdx="4" presStyleCnt="5"/>
      <dgm:spPr/>
    </dgm:pt>
    <dgm:pt modelId="{02CD6C0F-5C2B-40EF-ADFB-46C63D5D2318}" type="pres">
      <dgm:prSet presAssocID="{366D34E3-D3D9-408D-92F6-26DBA9E198A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</dgm:pt>
    <dgm:pt modelId="{F99CCF90-0FFB-40BC-9C3D-034FF84B57A3}" type="pres">
      <dgm:prSet presAssocID="{366D34E3-D3D9-408D-92F6-26DBA9E198A1}" presName="spaceRect" presStyleCnt="0"/>
      <dgm:spPr/>
    </dgm:pt>
    <dgm:pt modelId="{E4DCDC30-F4AD-4404-AD10-01398D7A8164}" type="pres">
      <dgm:prSet presAssocID="{366D34E3-D3D9-408D-92F6-26DBA9E198A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8DA8112-03BB-42EC-AE48-62C7A9541260}" type="presOf" srcId="{6D4E07E9-3AC2-434F-ABC3-3F97AA95A273}" destId="{69014955-D2BE-489C-B5E1-2D75E10D0C68}" srcOrd="0" destOrd="0" presId="urn:microsoft.com/office/officeart/2018/2/layout/IconVerticalSolidList"/>
    <dgm:cxn modelId="{4ECD451F-3B01-4A3A-B33B-6E88EDBB1D52}" srcId="{6D4E07E9-3AC2-434F-ABC3-3F97AA95A273}" destId="{9E14A22E-C6FD-41E5-9745-822ADBED8695}" srcOrd="0" destOrd="0" parTransId="{3B020422-923A-4A5D-9849-EF974D0339A0}" sibTransId="{BE70B19D-341C-4D8D-83D8-E91A98FBB0BC}"/>
    <dgm:cxn modelId="{EB6F5E5E-D254-4D42-8B8E-46EA9DDE6E40}" type="presOf" srcId="{8E786C61-17E5-483D-9A9D-3B3492CA8E1D}" destId="{32296A54-9579-460E-B212-2EAFAD23FEC4}" srcOrd="0" destOrd="0" presId="urn:microsoft.com/office/officeart/2018/2/layout/IconVerticalSolidList"/>
    <dgm:cxn modelId="{1942A441-3F1C-4BE2-BB48-EA1FD91BF320}" type="presOf" srcId="{9E14A22E-C6FD-41E5-9745-822ADBED8695}" destId="{7A66DC14-C72C-41A8-A7BC-104829BFDBFA}" srcOrd="0" destOrd="0" presId="urn:microsoft.com/office/officeart/2018/2/layout/IconVerticalSolidList"/>
    <dgm:cxn modelId="{0287CC47-6CF6-4FDB-ACDC-F5137923A6E1}" srcId="{6D4E07E9-3AC2-434F-ABC3-3F97AA95A273}" destId="{79AA88BD-B3AF-4ACB-B25B-1E1F4DAD648F}" srcOrd="2" destOrd="0" parTransId="{869C030A-A017-4EE3-99A4-197DF0709E70}" sibTransId="{95D7E30E-B619-4DF6-B771-0DE634759381}"/>
    <dgm:cxn modelId="{B6E03848-A572-4686-B6E7-DAA06E9256DA}" srcId="{6D4E07E9-3AC2-434F-ABC3-3F97AA95A273}" destId="{366D34E3-D3D9-408D-92F6-26DBA9E198A1}" srcOrd="4" destOrd="0" parTransId="{E961F026-B22D-4034-936B-D460E26EEBB3}" sibTransId="{F717BF8F-FAF0-4920-92D5-3169946DB2A3}"/>
    <dgm:cxn modelId="{DD208369-A020-4D6F-BA4A-DF62B94CB688}" type="presOf" srcId="{79AA88BD-B3AF-4ACB-B25B-1E1F4DAD648F}" destId="{F0395AB4-5477-4F3E-B42D-28883A13A67D}" srcOrd="0" destOrd="0" presId="urn:microsoft.com/office/officeart/2018/2/layout/IconVerticalSolidList"/>
    <dgm:cxn modelId="{1387D872-7326-4B06-A0C5-A14A1D6155BE}" type="presOf" srcId="{9302A23C-D782-4903-A4C6-0E5A0CD87C35}" destId="{8420C5EE-6D4D-4438-AE72-77166877CA75}" srcOrd="0" destOrd="0" presId="urn:microsoft.com/office/officeart/2018/2/layout/IconVerticalSolidList"/>
    <dgm:cxn modelId="{EF97A085-F9AC-42BE-B388-0D3EBB1B6A12}" srcId="{6D4E07E9-3AC2-434F-ABC3-3F97AA95A273}" destId="{9302A23C-D782-4903-A4C6-0E5A0CD87C35}" srcOrd="1" destOrd="0" parTransId="{B27FF74E-5A1F-4B89-AE95-5E4709D062F9}" sibTransId="{F69C16E4-1ECA-4A64-A207-5780CA55049F}"/>
    <dgm:cxn modelId="{021427AB-B459-490E-9349-4849ED0EB9F0}" type="presOf" srcId="{366D34E3-D3D9-408D-92F6-26DBA9E198A1}" destId="{E4DCDC30-F4AD-4404-AD10-01398D7A8164}" srcOrd="0" destOrd="0" presId="urn:microsoft.com/office/officeart/2018/2/layout/IconVerticalSolidList"/>
    <dgm:cxn modelId="{D17A43C5-65BB-42DD-BF75-FA695D46590F}" srcId="{6D4E07E9-3AC2-434F-ABC3-3F97AA95A273}" destId="{8E786C61-17E5-483D-9A9D-3B3492CA8E1D}" srcOrd="3" destOrd="0" parTransId="{A197E7BE-F9EA-4134-8BD4-A3D29D5FE72B}" sibTransId="{A482BDCF-5DCD-4D90-80E9-942E9B2D2350}"/>
    <dgm:cxn modelId="{00C28605-00BA-4FF6-988F-4FCD97117B3C}" type="presParOf" srcId="{69014955-D2BE-489C-B5E1-2D75E10D0C68}" destId="{8F636BE1-0137-4B51-B5D9-05793999DAD2}" srcOrd="0" destOrd="0" presId="urn:microsoft.com/office/officeart/2018/2/layout/IconVerticalSolidList"/>
    <dgm:cxn modelId="{FE244B5B-57ED-4351-8285-131D53A354A9}" type="presParOf" srcId="{8F636BE1-0137-4B51-B5D9-05793999DAD2}" destId="{BB4AA8C3-8A82-4A13-83B3-56E99BA94A77}" srcOrd="0" destOrd="0" presId="urn:microsoft.com/office/officeart/2018/2/layout/IconVerticalSolidList"/>
    <dgm:cxn modelId="{6FF718DB-E224-42DB-BA5F-011C3159D483}" type="presParOf" srcId="{8F636BE1-0137-4B51-B5D9-05793999DAD2}" destId="{23C53B1D-07BA-4748-907C-37CF55F83519}" srcOrd="1" destOrd="0" presId="urn:microsoft.com/office/officeart/2018/2/layout/IconVerticalSolidList"/>
    <dgm:cxn modelId="{DBAAB4E5-14BC-44FB-9B97-F0A9737AB610}" type="presParOf" srcId="{8F636BE1-0137-4B51-B5D9-05793999DAD2}" destId="{56ABEEF1-5352-469E-A4AB-F0C9FF59D96D}" srcOrd="2" destOrd="0" presId="urn:microsoft.com/office/officeart/2018/2/layout/IconVerticalSolidList"/>
    <dgm:cxn modelId="{15F19419-5DCF-4AA4-BA61-0A88CECF57F3}" type="presParOf" srcId="{8F636BE1-0137-4B51-B5D9-05793999DAD2}" destId="{7A66DC14-C72C-41A8-A7BC-104829BFDBFA}" srcOrd="3" destOrd="0" presId="urn:microsoft.com/office/officeart/2018/2/layout/IconVerticalSolidList"/>
    <dgm:cxn modelId="{21ACC9FA-C7B5-48FE-A68C-7B3404974B9B}" type="presParOf" srcId="{69014955-D2BE-489C-B5E1-2D75E10D0C68}" destId="{5316584A-D47E-44C0-8AED-447F0A3186FB}" srcOrd="1" destOrd="0" presId="urn:microsoft.com/office/officeart/2018/2/layout/IconVerticalSolidList"/>
    <dgm:cxn modelId="{B8C00AB2-6A8A-46C2-BB92-0A8FE08FDE91}" type="presParOf" srcId="{69014955-D2BE-489C-B5E1-2D75E10D0C68}" destId="{27C27088-9BC5-417B-A65E-ADB94DF60BD9}" srcOrd="2" destOrd="0" presId="urn:microsoft.com/office/officeart/2018/2/layout/IconVerticalSolidList"/>
    <dgm:cxn modelId="{487B88F4-DC2C-436C-B0B2-E791381A71A3}" type="presParOf" srcId="{27C27088-9BC5-417B-A65E-ADB94DF60BD9}" destId="{93BDEFA1-6AEA-4A7F-859E-C64F86642820}" srcOrd="0" destOrd="0" presId="urn:microsoft.com/office/officeart/2018/2/layout/IconVerticalSolidList"/>
    <dgm:cxn modelId="{E9085453-CE4B-49E6-9CD6-5A1DF4080684}" type="presParOf" srcId="{27C27088-9BC5-417B-A65E-ADB94DF60BD9}" destId="{2828B8FE-E442-4F90-911F-E31833362C27}" srcOrd="1" destOrd="0" presId="urn:microsoft.com/office/officeart/2018/2/layout/IconVerticalSolidList"/>
    <dgm:cxn modelId="{09F50D5C-8603-4F2A-AC82-5E96CDDF63E3}" type="presParOf" srcId="{27C27088-9BC5-417B-A65E-ADB94DF60BD9}" destId="{F60D7490-2D5A-44FD-AF8F-E643E4E55F67}" srcOrd="2" destOrd="0" presId="urn:microsoft.com/office/officeart/2018/2/layout/IconVerticalSolidList"/>
    <dgm:cxn modelId="{9FD83039-1E29-4764-8E39-96BDFCA3BCCC}" type="presParOf" srcId="{27C27088-9BC5-417B-A65E-ADB94DF60BD9}" destId="{8420C5EE-6D4D-4438-AE72-77166877CA75}" srcOrd="3" destOrd="0" presId="urn:microsoft.com/office/officeart/2018/2/layout/IconVerticalSolidList"/>
    <dgm:cxn modelId="{1251CB44-84C9-407C-B697-C1940266D1FC}" type="presParOf" srcId="{69014955-D2BE-489C-B5E1-2D75E10D0C68}" destId="{DD660B86-526E-4221-B7FE-7BABC587F7D1}" srcOrd="3" destOrd="0" presId="urn:microsoft.com/office/officeart/2018/2/layout/IconVerticalSolidList"/>
    <dgm:cxn modelId="{9E079F92-CE61-47F6-A47F-FE08110951A7}" type="presParOf" srcId="{69014955-D2BE-489C-B5E1-2D75E10D0C68}" destId="{E0A6D87C-1630-4A4D-B556-B5A7488DFE60}" srcOrd="4" destOrd="0" presId="urn:microsoft.com/office/officeart/2018/2/layout/IconVerticalSolidList"/>
    <dgm:cxn modelId="{43EF1484-C99A-4FC5-B232-92394F65E5A4}" type="presParOf" srcId="{E0A6D87C-1630-4A4D-B556-B5A7488DFE60}" destId="{8AFA557E-C2FE-4736-A531-07C8424070BA}" srcOrd="0" destOrd="0" presId="urn:microsoft.com/office/officeart/2018/2/layout/IconVerticalSolidList"/>
    <dgm:cxn modelId="{A76D10B7-4A71-4B74-AF68-0FA7F9D9CF43}" type="presParOf" srcId="{E0A6D87C-1630-4A4D-B556-B5A7488DFE60}" destId="{53C60C45-7424-4B2C-B9DF-F9372CA7B8C7}" srcOrd="1" destOrd="0" presId="urn:microsoft.com/office/officeart/2018/2/layout/IconVerticalSolidList"/>
    <dgm:cxn modelId="{55D83C73-7FC3-4513-B10A-80FF35BD3D58}" type="presParOf" srcId="{E0A6D87C-1630-4A4D-B556-B5A7488DFE60}" destId="{C3EE39D1-F035-45D4-9650-43F36CFFF075}" srcOrd="2" destOrd="0" presId="urn:microsoft.com/office/officeart/2018/2/layout/IconVerticalSolidList"/>
    <dgm:cxn modelId="{DC793E52-0F84-49A0-8C14-5BD0C15BB909}" type="presParOf" srcId="{E0A6D87C-1630-4A4D-B556-B5A7488DFE60}" destId="{F0395AB4-5477-4F3E-B42D-28883A13A67D}" srcOrd="3" destOrd="0" presId="urn:microsoft.com/office/officeart/2018/2/layout/IconVerticalSolidList"/>
    <dgm:cxn modelId="{01C5AC2F-0861-46DA-A6B7-601905CAAEFE}" type="presParOf" srcId="{69014955-D2BE-489C-B5E1-2D75E10D0C68}" destId="{67AB7090-D13B-4D92-ADB7-7F5E3532E287}" srcOrd="5" destOrd="0" presId="urn:microsoft.com/office/officeart/2018/2/layout/IconVerticalSolidList"/>
    <dgm:cxn modelId="{EC7440C6-249D-4B3B-99B1-614C7E286F7C}" type="presParOf" srcId="{69014955-D2BE-489C-B5E1-2D75E10D0C68}" destId="{C9AE4001-AE5F-48F6-9FBF-E49E5708CDF6}" srcOrd="6" destOrd="0" presId="urn:microsoft.com/office/officeart/2018/2/layout/IconVerticalSolidList"/>
    <dgm:cxn modelId="{44658F2F-2A7C-4C62-9BDB-F9A31B2380CE}" type="presParOf" srcId="{C9AE4001-AE5F-48F6-9FBF-E49E5708CDF6}" destId="{773CA785-C407-4DFD-A192-A1BBA35EBA23}" srcOrd="0" destOrd="0" presId="urn:microsoft.com/office/officeart/2018/2/layout/IconVerticalSolidList"/>
    <dgm:cxn modelId="{939729C5-9913-4753-9008-5E6C88C5BF4C}" type="presParOf" srcId="{C9AE4001-AE5F-48F6-9FBF-E49E5708CDF6}" destId="{49BC65FC-D003-4206-A288-71B63056189A}" srcOrd="1" destOrd="0" presId="urn:microsoft.com/office/officeart/2018/2/layout/IconVerticalSolidList"/>
    <dgm:cxn modelId="{18EBC09D-1BCD-492B-8DE6-FE9128A38910}" type="presParOf" srcId="{C9AE4001-AE5F-48F6-9FBF-E49E5708CDF6}" destId="{942C1DF1-1E9D-4964-8E6B-E0C300C487B2}" srcOrd="2" destOrd="0" presId="urn:microsoft.com/office/officeart/2018/2/layout/IconVerticalSolidList"/>
    <dgm:cxn modelId="{BD0D167C-0F64-4DD9-AEDF-EDA77EFEE4A6}" type="presParOf" srcId="{C9AE4001-AE5F-48F6-9FBF-E49E5708CDF6}" destId="{32296A54-9579-460E-B212-2EAFAD23FEC4}" srcOrd="3" destOrd="0" presId="urn:microsoft.com/office/officeart/2018/2/layout/IconVerticalSolidList"/>
    <dgm:cxn modelId="{279723A9-8A5B-4818-8531-7EA65464A7C4}" type="presParOf" srcId="{69014955-D2BE-489C-B5E1-2D75E10D0C68}" destId="{E05C128E-B14E-41F3-BFC7-BFAA218973E0}" srcOrd="7" destOrd="0" presId="urn:microsoft.com/office/officeart/2018/2/layout/IconVerticalSolidList"/>
    <dgm:cxn modelId="{E8FD71EF-7172-4883-A8D0-39BB17363C87}" type="presParOf" srcId="{69014955-D2BE-489C-B5E1-2D75E10D0C68}" destId="{970D640E-1E4B-44FC-A1F4-7AAA040DB8BA}" srcOrd="8" destOrd="0" presId="urn:microsoft.com/office/officeart/2018/2/layout/IconVerticalSolidList"/>
    <dgm:cxn modelId="{4EBE23B1-C8BD-465F-BBF3-5018D23E36FC}" type="presParOf" srcId="{970D640E-1E4B-44FC-A1F4-7AAA040DB8BA}" destId="{8580C87F-9DAA-4ACE-B71F-83751F401DFC}" srcOrd="0" destOrd="0" presId="urn:microsoft.com/office/officeart/2018/2/layout/IconVerticalSolidList"/>
    <dgm:cxn modelId="{244098A2-A84C-49F9-A42A-960CDD2769B4}" type="presParOf" srcId="{970D640E-1E4B-44FC-A1F4-7AAA040DB8BA}" destId="{02CD6C0F-5C2B-40EF-ADFB-46C63D5D2318}" srcOrd="1" destOrd="0" presId="urn:microsoft.com/office/officeart/2018/2/layout/IconVerticalSolidList"/>
    <dgm:cxn modelId="{89675659-691A-4FBA-832B-807DEEED5DA4}" type="presParOf" srcId="{970D640E-1E4B-44FC-A1F4-7AAA040DB8BA}" destId="{F99CCF90-0FFB-40BC-9C3D-034FF84B57A3}" srcOrd="2" destOrd="0" presId="urn:microsoft.com/office/officeart/2018/2/layout/IconVerticalSolidList"/>
    <dgm:cxn modelId="{C49D7F49-DC40-48C0-8DF7-0617D67FD82E}" type="presParOf" srcId="{970D640E-1E4B-44FC-A1F4-7AAA040DB8BA}" destId="{E4DCDC30-F4AD-4404-AD10-01398D7A81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E7260-42C8-45FE-A0EF-7B8E6EBE25BE}">
      <dsp:nvSpPr>
        <dsp:cNvPr id="0" name=""/>
        <dsp:cNvSpPr/>
      </dsp:nvSpPr>
      <dsp:spPr>
        <a:xfrm>
          <a:off x="0" y="706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1362A-A965-42EB-AF91-93CB64AAE450}">
      <dsp:nvSpPr>
        <dsp:cNvPr id="0" name=""/>
        <dsp:cNvSpPr/>
      </dsp:nvSpPr>
      <dsp:spPr bwMode="white">
        <a:xfrm>
          <a:off x="0" y="706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Abstract – (1 Slide)</a:t>
          </a:r>
          <a:endParaRPr lang="en-US" sz="2000" kern="1200" dirty="0"/>
        </a:p>
      </dsp:txBody>
      <dsp:txXfrm>
        <a:off x="0" y="706"/>
        <a:ext cx="6291714" cy="445402"/>
      </dsp:txXfrm>
    </dsp:sp>
    <dsp:sp modelId="{44F96885-9E5F-436B-9362-60CAD913E5E2}">
      <dsp:nvSpPr>
        <dsp:cNvPr id="0" name=""/>
        <dsp:cNvSpPr/>
      </dsp:nvSpPr>
      <dsp:spPr>
        <a:xfrm>
          <a:off x="0" y="446109"/>
          <a:ext cx="6291714" cy="0"/>
        </a:xfrm>
        <a:prstGeom prst="line">
          <a:avLst/>
        </a:prstGeom>
        <a:solidFill>
          <a:schemeClr val="accent5">
            <a:hueOff val="-1012679"/>
            <a:satOff val="-69"/>
            <a:lumOff val="163"/>
            <a:alphaOff val="0"/>
          </a:schemeClr>
        </a:solidFill>
        <a:ln w="19050" cap="flat" cmpd="sng" algn="ctr">
          <a:solidFill>
            <a:schemeClr val="accent5">
              <a:hueOff val="-1012679"/>
              <a:satOff val="-69"/>
              <a:lumOff val="1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A4CA5-0FEB-4071-AA26-FE4F79B2CCB9}">
      <dsp:nvSpPr>
        <dsp:cNvPr id="0" name=""/>
        <dsp:cNvSpPr/>
      </dsp:nvSpPr>
      <dsp:spPr bwMode="white">
        <a:xfrm>
          <a:off x="0" y="446109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Introduction – (1 Slide)</a:t>
          </a:r>
        </a:p>
      </dsp:txBody>
      <dsp:txXfrm>
        <a:off x="0" y="446109"/>
        <a:ext cx="6291714" cy="445402"/>
      </dsp:txXfrm>
    </dsp:sp>
    <dsp:sp modelId="{7D1E0738-8F20-4EAC-B19B-8C97F671C809}">
      <dsp:nvSpPr>
        <dsp:cNvPr id="0" name=""/>
        <dsp:cNvSpPr/>
      </dsp:nvSpPr>
      <dsp:spPr>
        <a:xfrm>
          <a:off x="0" y="891511"/>
          <a:ext cx="6291714" cy="0"/>
        </a:xfrm>
        <a:prstGeom prst="line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0DA44-89D3-4C21-805D-EA664A9EEA00}">
      <dsp:nvSpPr>
        <dsp:cNvPr id="0" name=""/>
        <dsp:cNvSpPr/>
      </dsp:nvSpPr>
      <dsp:spPr bwMode="white">
        <a:xfrm>
          <a:off x="0" y="891511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Literature Survey – (1 Slide)</a:t>
          </a:r>
        </a:p>
      </dsp:txBody>
      <dsp:txXfrm>
        <a:off x="0" y="891511"/>
        <a:ext cx="6291714" cy="445402"/>
      </dsp:txXfrm>
    </dsp:sp>
    <dsp:sp modelId="{789CEA65-9C1C-47AC-9BAF-7BA057F18461}">
      <dsp:nvSpPr>
        <dsp:cNvPr id="0" name=""/>
        <dsp:cNvSpPr/>
      </dsp:nvSpPr>
      <dsp:spPr>
        <a:xfrm>
          <a:off x="0" y="1336914"/>
          <a:ext cx="6291714" cy="0"/>
        </a:xfrm>
        <a:prstGeom prst="line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ACA87-2F4A-4512-9D15-2C6DA41C22EC}">
      <dsp:nvSpPr>
        <dsp:cNvPr id="0" name=""/>
        <dsp:cNvSpPr/>
      </dsp:nvSpPr>
      <dsp:spPr bwMode="white">
        <a:xfrm>
          <a:off x="0" y="1336914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Existing System – (1 Slide)</a:t>
          </a:r>
          <a:endParaRPr lang="en-US" sz="2000" kern="1200"/>
        </a:p>
      </dsp:txBody>
      <dsp:txXfrm>
        <a:off x="0" y="1336914"/>
        <a:ext cx="6291714" cy="445402"/>
      </dsp:txXfrm>
    </dsp:sp>
    <dsp:sp modelId="{A2AE4FC7-2E6D-487D-B772-1AD00F39D254}">
      <dsp:nvSpPr>
        <dsp:cNvPr id="0" name=""/>
        <dsp:cNvSpPr/>
      </dsp:nvSpPr>
      <dsp:spPr>
        <a:xfrm>
          <a:off x="0" y="1782316"/>
          <a:ext cx="6291714" cy="0"/>
        </a:xfrm>
        <a:prstGeom prst="line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FB4AF-F8F5-41D2-B0D3-E039692596D5}">
      <dsp:nvSpPr>
        <dsp:cNvPr id="0" name=""/>
        <dsp:cNvSpPr/>
      </dsp:nvSpPr>
      <dsp:spPr bwMode="white">
        <a:xfrm>
          <a:off x="0" y="1782316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Limitations of Existing System – (1 Slide)</a:t>
          </a:r>
          <a:endParaRPr lang="en-US" sz="2000" kern="1200" dirty="0"/>
        </a:p>
      </dsp:txBody>
      <dsp:txXfrm>
        <a:off x="0" y="1782316"/>
        <a:ext cx="6291714" cy="445402"/>
      </dsp:txXfrm>
    </dsp:sp>
    <dsp:sp modelId="{BCB24D37-0845-4E8F-81C1-F36E42A963F6}">
      <dsp:nvSpPr>
        <dsp:cNvPr id="0" name=""/>
        <dsp:cNvSpPr/>
      </dsp:nvSpPr>
      <dsp:spPr>
        <a:xfrm>
          <a:off x="0" y="2227719"/>
          <a:ext cx="6291714" cy="0"/>
        </a:xfrm>
        <a:prstGeom prst="line">
          <a:avLst/>
        </a:prstGeom>
        <a:solidFill>
          <a:schemeClr val="accent5">
            <a:hueOff val="-5063395"/>
            <a:satOff val="-344"/>
            <a:lumOff val="817"/>
            <a:alphaOff val="0"/>
          </a:schemeClr>
        </a:solidFill>
        <a:ln w="19050" cap="flat" cmpd="sng" algn="ctr">
          <a:solidFill>
            <a:schemeClr val="accent5">
              <a:hueOff val="-5063395"/>
              <a:satOff val="-344"/>
              <a:lumOff val="8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1A8A79-6CA5-4BB5-97EB-788E1E83F287}">
      <dsp:nvSpPr>
        <dsp:cNvPr id="0" name=""/>
        <dsp:cNvSpPr/>
      </dsp:nvSpPr>
      <dsp:spPr bwMode="white">
        <a:xfrm>
          <a:off x="0" y="2227719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Proposed System – (1 Slide)</a:t>
          </a:r>
        </a:p>
      </dsp:txBody>
      <dsp:txXfrm>
        <a:off x="0" y="2227719"/>
        <a:ext cx="6291714" cy="445402"/>
      </dsp:txXfrm>
    </dsp:sp>
    <dsp:sp modelId="{CBAD4C51-0FE1-48A2-8B06-4CDF13225FC2}">
      <dsp:nvSpPr>
        <dsp:cNvPr id="0" name=""/>
        <dsp:cNvSpPr/>
      </dsp:nvSpPr>
      <dsp:spPr>
        <a:xfrm>
          <a:off x="0" y="2673121"/>
          <a:ext cx="6291714" cy="0"/>
        </a:xfrm>
        <a:prstGeom prst="lin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F6034-50FA-408E-BA52-A02F786305ED}">
      <dsp:nvSpPr>
        <dsp:cNvPr id="0" name=""/>
        <dsp:cNvSpPr/>
      </dsp:nvSpPr>
      <dsp:spPr bwMode="white">
        <a:xfrm>
          <a:off x="0" y="2673121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System Design &amp; Architecture – (1 Slide)</a:t>
          </a:r>
          <a:endParaRPr lang="en-US" sz="2000" kern="1200" dirty="0"/>
        </a:p>
      </dsp:txBody>
      <dsp:txXfrm>
        <a:off x="0" y="2673121"/>
        <a:ext cx="6291714" cy="445402"/>
      </dsp:txXfrm>
    </dsp:sp>
    <dsp:sp modelId="{988CEC64-D48A-4D90-8EE1-14986056CCD2}">
      <dsp:nvSpPr>
        <dsp:cNvPr id="0" name=""/>
        <dsp:cNvSpPr/>
      </dsp:nvSpPr>
      <dsp:spPr>
        <a:xfrm>
          <a:off x="0" y="3118524"/>
          <a:ext cx="6291714" cy="0"/>
        </a:xfrm>
        <a:prstGeom prst="line">
          <a:avLst/>
        </a:prstGeom>
        <a:solidFill>
          <a:schemeClr val="accent5">
            <a:hueOff val="-7088754"/>
            <a:satOff val="-482"/>
            <a:lumOff val="1144"/>
            <a:alphaOff val="0"/>
          </a:schemeClr>
        </a:solidFill>
        <a:ln w="19050" cap="flat" cmpd="sng" algn="ctr">
          <a:solidFill>
            <a:schemeClr val="accent5">
              <a:hueOff val="-7088754"/>
              <a:satOff val="-482"/>
              <a:lumOff val="11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91B3B-925C-4400-B6FF-1FA18BFB4C61}">
      <dsp:nvSpPr>
        <dsp:cNvPr id="0" name=""/>
        <dsp:cNvSpPr/>
      </dsp:nvSpPr>
      <dsp:spPr bwMode="white">
        <a:xfrm>
          <a:off x="0" y="3118524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Timelines – (1 Slide)</a:t>
          </a:r>
          <a:endParaRPr lang="en-US" sz="2000" kern="1200" dirty="0"/>
        </a:p>
      </dsp:txBody>
      <dsp:txXfrm>
        <a:off x="0" y="3118524"/>
        <a:ext cx="6291714" cy="445402"/>
      </dsp:txXfrm>
    </dsp:sp>
    <dsp:sp modelId="{E154DBD4-F555-45F1-9366-CA2D0FE6B0E6}">
      <dsp:nvSpPr>
        <dsp:cNvPr id="0" name=""/>
        <dsp:cNvSpPr/>
      </dsp:nvSpPr>
      <dsp:spPr>
        <a:xfrm>
          <a:off x="0" y="3563926"/>
          <a:ext cx="6291714" cy="0"/>
        </a:xfrm>
        <a:prstGeom prst="line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8D580-44C4-4CF0-AFE4-FF94D237181E}">
      <dsp:nvSpPr>
        <dsp:cNvPr id="0" name=""/>
        <dsp:cNvSpPr/>
      </dsp:nvSpPr>
      <dsp:spPr bwMode="white">
        <a:xfrm>
          <a:off x="0" y="3563926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Implementation – (1 Slide)</a:t>
          </a:r>
          <a:endParaRPr lang="en-US" sz="2000" kern="1200" dirty="0"/>
        </a:p>
      </dsp:txBody>
      <dsp:txXfrm>
        <a:off x="0" y="3563926"/>
        <a:ext cx="6291714" cy="445402"/>
      </dsp:txXfrm>
    </dsp:sp>
    <dsp:sp modelId="{1434DAF4-81E5-417C-ADF0-74A225B91F61}">
      <dsp:nvSpPr>
        <dsp:cNvPr id="0" name=""/>
        <dsp:cNvSpPr/>
      </dsp:nvSpPr>
      <dsp:spPr>
        <a:xfrm>
          <a:off x="0" y="4009329"/>
          <a:ext cx="6291714" cy="0"/>
        </a:xfrm>
        <a:prstGeom prst="line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F5C11-278F-4FBE-B032-8F2DA3862A90}">
      <dsp:nvSpPr>
        <dsp:cNvPr id="0" name=""/>
        <dsp:cNvSpPr/>
      </dsp:nvSpPr>
      <dsp:spPr bwMode="white">
        <a:xfrm>
          <a:off x="0" y="4009329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Deployment and Testing – (1 Slide)</a:t>
          </a:r>
          <a:endParaRPr lang="en-US" sz="2000" kern="1200" dirty="0"/>
        </a:p>
      </dsp:txBody>
      <dsp:txXfrm>
        <a:off x="0" y="4009329"/>
        <a:ext cx="6291714" cy="445402"/>
      </dsp:txXfrm>
    </dsp:sp>
    <dsp:sp modelId="{35F47B1A-B254-4481-8493-8D3823A0E625}">
      <dsp:nvSpPr>
        <dsp:cNvPr id="0" name=""/>
        <dsp:cNvSpPr/>
      </dsp:nvSpPr>
      <dsp:spPr>
        <a:xfrm>
          <a:off x="0" y="4454731"/>
          <a:ext cx="6291714" cy="0"/>
        </a:xfrm>
        <a:prstGeom prst="line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FA6EB-4292-4B16-BA2C-0D6FF6666A2E}">
      <dsp:nvSpPr>
        <dsp:cNvPr id="0" name=""/>
        <dsp:cNvSpPr/>
      </dsp:nvSpPr>
      <dsp:spPr bwMode="white">
        <a:xfrm>
          <a:off x="0" y="4454731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Result Analysis – (1 Slide)</a:t>
          </a:r>
          <a:endParaRPr lang="en-US" sz="2000" kern="1200"/>
        </a:p>
      </dsp:txBody>
      <dsp:txXfrm>
        <a:off x="0" y="4454731"/>
        <a:ext cx="6291714" cy="445402"/>
      </dsp:txXfrm>
    </dsp:sp>
    <dsp:sp modelId="{D12F57C2-0480-48CE-B71E-4E46E786EB0B}">
      <dsp:nvSpPr>
        <dsp:cNvPr id="0" name=""/>
        <dsp:cNvSpPr/>
      </dsp:nvSpPr>
      <dsp:spPr>
        <a:xfrm>
          <a:off x="0" y="4900134"/>
          <a:ext cx="6291714" cy="0"/>
        </a:xfrm>
        <a:prstGeom prst="line">
          <a:avLst/>
        </a:prstGeom>
        <a:solidFill>
          <a:schemeClr val="accent5">
            <a:hueOff val="-11139471"/>
            <a:satOff val="-757"/>
            <a:lumOff val="1798"/>
            <a:alphaOff val="0"/>
          </a:schemeClr>
        </a:solidFill>
        <a:ln w="19050" cap="flat" cmpd="sng" algn="ctr">
          <a:solidFill>
            <a:schemeClr val="accent5">
              <a:hueOff val="-11139471"/>
              <a:satOff val="-757"/>
              <a:lumOff val="17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7BC4E-89DC-4F89-A09F-2ABE994D2EBB}">
      <dsp:nvSpPr>
        <dsp:cNvPr id="0" name=""/>
        <dsp:cNvSpPr/>
      </dsp:nvSpPr>
      <dsp:spPr bwMode="white">
        <a:xfrm>
          <a:off x="0" y="4900134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Conclusion – (1 Slide)</a:t>
          </a:r>
        </a:p>
      </dsp:txBody>
      <dsp:txXfrm>
        <a:off x="0" y="4900134"/>
        <a:ext cx="6291714" cy="445402"/>
      </dsp:txXfrm>
    </dsp:sp>
    <dsp:sp modelId="{6E10F107-7B67-47C6-B574-5FE55077CBA3}">
      <dsp:nvSpPr>
        <dsp:cNvPr id="0" name=""/>
        <dsp:cNvSpPr/>
      </dsp:nvSpPr>
      <dsp:spPr>
        <a:xfrm>
          <a:off x="0" y="5345536"/>
          <a:ext cx="6291714" cy="0"/>
        </a:xfrm>
        <a:prstGeom prst="lin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72767-E8DB-4CE2-B122-B28556B16057}">
      <dsp:nvSpPr>
        <dsp:cNvPr id="0" name=""/>
        <dsp:cNvSpPr/>
      </dsp:nvSpPr>
      <dsp:spPr bwMode="white">
        <a:xfrm>
          <a:off x="0" y="5345536"/>
          <a:ext cx="6291714" cy="44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References – (1 Slide)</a:t>
          </a:r>
        </a:p>
      </dsp:txBody>
      <dsp:txXfrm>
        <a:off x="0" y="5345536"/>
        <a:ext cx="6291714" cy="4454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AA8C3-8A82-4A13-83B3-56E99BA94A77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C53B1D-07BA-4748-907C-37CF55F83519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6DC14-C72C-41A8-A7BC-104829BFDBFA}">
      <dsp:nvSpPr>
        <dsp:cNvPr id="0" name=""/>
        <dsp:cNvSpPr/>
      </dsp:nvSpPr>
      <dsp:spPr bwMode="white"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Collection &amp; Storage</a:t>
          </a:r>
          <a:endParaRPr lang="en-US" sz="1900" kern="1200"/>
        </a:p>
      </dsp:txBody>
      <dsp:txXfrm>
        <a:off x="1059754" y="4307"/>
        <a:ext cx="5304469" cy="917536"/>
      </dsp:txXfrm>
    </dsp:sp>
    <dsp:sp modelId="{93BDEFA1-6AEA-4A7F-859E-C64F86642820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28B8FE-E442-4F90-911F-E31833362C27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0C5EE-6D4D-4438-AE72-77166877CA75}">
      <dsp:nvSpPr>
        <dsp:cNvPr id="0" name=""/>
        <dsp:cNvSpPr/>
      </dsp:nvSpPr>
      <dsp:spPr bwMode="white"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Customer Data Preprocessing</a:t>
          </a:r>
          <a:endParaRPr lang="en-US" sz="1900" kern="1200"/>
        </a:p>
      </dsp:txBody>
      <dsp:txXfrm>
        <a:off x="1059754" y="1151227"/>
        <a:ext cx="5304469" cy="917536"/>
      </dsp:txXfrm>
    </dsp:sp>
    <dsp:sp modelId="{8AFA557E-C2FE-4736-A531-07C8424070BA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60C45-7424-4B2C-B9DF-F9372CA7B8C7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95AB4-5477-4F3E-B42D-28883A13A67D}">
      <dsp:nvSpPr>
        <dsp:cNvPr id="0" name=""/>
        <dsp:cNvSpPr/>
      </dsp:nvSpPr>
      <dsp:spPr bwMode="white"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Environment: Python &amp; Jupyter</a:t>
          </a:r>
          <a:endParaRPr lang="en-US" sz="1900" kern="1200"/>
        </a:p>
      </dsp:txBody>
      <dsp:txXfrm>
        <a:off x="1059754" y="2298147"/>
        <a:ext cx="5304469" cy="917536"/>
      </dsp:txXfrm>
    </dsp:sp>
    <dsp:sp modelId="{773CA785-C407-4DFD-A192-A1BBA35EBA23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C65FC-D003-4206-A288-71B63056189A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96A54-9579-460E-B212-2EAFAD23FEC4}">
      <dsp:nvSpPr>
        <dsp:cNvPr id="0" name=""/>
        <dsp:cNvSpPr/>
      </dsp:nvSpPr>
      <dsp:spPr bwMode="white"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Model Training &amp; Evaluation</a:t>
          </a:r>
          <a:endParaRPr lang="en-US" sz="1900" kern="1200"/>
        </a:p>
      </dsp:txBody>
      <dsp:txXfrm>
        <a:off x="1059754" y="3445068"/>
        <a:ext cx="5304469" cy="917536"/>
      </dsp:txXfrm>
    </dsp:sp>
    <dsp:sp modelId="{8580C87F-9DAA-4ACE-B71F-83751F401DFC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D6C0F-5C2B-40EF-ADFB-46C63D5D2318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CDC30-F4AD-4404-AD10-01398D7A8164}">
      <dsp:nvSpPr>
        <dsp:cNvPr id="0" name=""/>
        <dsp:cNvSpPr/>
      </dsp:nvSpPr>
      <dsp:spPr bwMode="white"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Coding: scikit-learn, XGBoost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F178D-BBAA-4580-A56B-E92EF7240FB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A12B3-ECA4-4BE3-82E5-EE68497030A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12B3-ECA4-4BE3-82E5-EE68497030A0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logo of a tree with colorful leav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758" y="0"/>
            <a:ext cx="786241" cy="838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70007-88F4-4A9B-9BBA-47CC5A08B9F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8D448-9452-48D9-A6CA-C5CD52C042FF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logo of a tree with colorful leaves&#10;&#10;Description automatically generated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020" y="0"/>
            <a:ext cx="821980" cy="876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81834"/>
            <a:ext cx="12192000" cy="1114008"/>
          </a:xfrm>
        </p:spPr>
        <p:txBody>
          <a:bodyPr>
            <a:no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sz="2400" b="1" dirty="0"/>
              <a:t>Customer Churn Prediction Using Machine Learning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221"/>
            <a:ext cx="12192000" cy="11140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236721"/>
            <a:ext cx="12192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Based Learning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119673" y="2640955"/>
            <a:ext cx="9722498" cy="2142703"/>
          </a:xfrm>
        </p:spPr>
        <p:txBody>
          <a:bodyPr>
            <a:normAutofit fontScale="75000" lnSpcReduction="20000"/>
          </a:bodyPr>
          <a:lstStyle/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I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BANOTHU VASU    24X01A1209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G.LACHIRAM </a:t>
            </a:r>
            <a:endParaRPr lang="en-US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 Professor</a:t>
            </a:r>
            <a:endParaRPr lang="en-IN" sz="22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4978021"/>
            <a:ext cx="12193136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Narsimha Reddy Engineering College (UGC- Autonomous)</a:t>
            </a:r>
          </a:p>
          <a:p>
            <a:pPr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(Approved by AICTE, Affiliated to JNTUH, Accredited by NBA &amp;  NAAC with A-Grade)</a:t>
            </a:r>
          </a:p>
          <a:p>
            <a:pPr algn="ctr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Maisammaguda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Kompally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Secunderabad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Telangana-500100.</a:t>
            </a:r>
          </a:p>
          <a:p>
            <a:pPr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2026-2027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OUTLINE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5207640" y="382556"/>
          <a:ext cx="6291714" cy="5791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A logo of a tree with colorful leaves&#10;&#10;Description automatically generated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197" y="0"/>
            <a:ext cx="753803" cy="7719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Abstract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5690" b="5642"/>
          <a:stretch>
            <a:fillRect/>
          </a:stretch>
        </p:blipFill>
        <p:spPr>
          <a:xfrm>
            <a:off x="-1" y="56270"/>
            <a:ext cx="12273565" cy="6801729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Abstract</a:t>
            </a:r>
            <a:endParaRPr lang="en-IN" sz="54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793660" y="2450000"/>
            <a:ext cx="10143668" cy="36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700" dirty="0"/>
              <a:t>Customer churn (customers leaving a service) directly reduces revenue, and retaining a customer costs far less than acquiring a new one.</a:t>
            </a:r>
          </a:p>
          <a:p>
            <a:pPr>
              <a:spcBef>
                <a:spcPts val="500"/>
              </a:spcBef>
            </a:pPr>
            <a:r>
              <a:rPr lang="en-US" sz="1700" dirty="0"/>
              <a:t>This project builds a machine learning model that predicts which customers are likely to churn.</a:t>
            </a:r>
          </a:p>
          <a:p>
            <a:pPr>
              <a:spcBef>
                <a:spcPts val="500"/>
              </a:spcBef>
            </a:pPr>
            <a:r>
              <a:rPr lang="en-US" sz="1700" dirty="0"/>
              <a:t>Dataset: IBM Telco Customer Churn (7,043 customers, 20 features covering demographics, services, contract and billing).</a:t>
            </a:r>
          </a:p>
          <a:p>
            <a:pPr>
              <a:spcBef>
                <a:spcPts val="500"/>
              </a:spcBef>
            </a:pPr>
            <a:r>
              <a:rPr lang="en-US" sz="1700" dirty="0"/>
              <a:t>Output: a churn probability per customer, enabling targeted retention offers.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Introduction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6056" b="5643"/>
          <a:stretch>
            <a:fillRect/>
          </a:stretch>
        </p:blipFill>
        <p:spPr>
          <a:xfrm>
            <a:off x="-1" y="84406"/>
            <a:ext cx="12273565" cy="6773594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Introduction</a:t>
            </a:r>
          </a:p>
        </p:txBody>
      </p:sp>
      <p:sp>
        <p:nvSpPr>
          <p:cNvPr id="8" name="Content Placeholder 2"/>
          <p:cNvSpPr txBox="1"/>
          <p:nvPr/>
        </p:nvSpPr>
        <p:spPr>
          <a:xfrm>
            <a:off x="793660" y="2450000"/>
            <a:ext cx="10143668" cy="36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00"/>
              </a:spcBef>
            </a:pPr>
            <a:r>
              <a:rPr lang="en-US" sz="2000" dirty="0"/>
              <a:t>Churn rate is a key performance indicator for subscription businesses such as telecom, banking, OTT .</a:t>
            </a:r>
          </a:p>
          <a:p>
            <a:pPr>
              <a:spcBef>
                <a:spcPts val="700"/>
              </a:spcBef>
            </a:pPr>
            <a:r>
              <a:rPr lang="en-US" sz="2000" dirty="0"/>
              <a:t>Winning a new customer costs significantly more than keeping an existing one, so early detection of at-risk customers saves money.</a:t>
            </a:r>
          </a:p>
          <a:p>
            <a:pPr>
              <a:spcBef>
                <a:spcPts val="700"/>
              </a:spcBef>
            </a:pPr>
            <a:r>
              <a:rPr lang="en-US" sz="2000" dirty="0"/>
              <a:t>Traditional retention is reactive: action is taken only after the customer has already left.</a:t>
            </a:r>
          </a:p>
          <a:p>
            <a:pPr>
              <a:spcBef>
                <a:spcPts val="700"/>
              </a:spcBef>
            </a:pPr>
            <a:r>
              <a:rPr lang="en-US" sz="2000" b="1" dirty="0">
                <a:solidFill>
                  <a:srgbClr val="0070C0"/>
                </a:solidFill>
              </a:rPr>
              <a:t>Objective: </a:t>
            </a:r>
            <a:r>
              <a:rPr lang="en-US" sz="2000" dirty="0"/>
              <a:t>build, compare and interpret classification models to predict churn and identify its key drivers.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5690" b="5642"/>
          <a:stretch>
            <a:fillRect/>
          </a:stretch>
        </p:blipFill>
        <p:spPr>
          <a:xfrm>
            <a:off x="314632" y="56271"/>
            <a:ext cx="12273565" cy="6801729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Literature Survey</a:t>
            </a:r>
            <a:endParaRPr lang="en-IN" sz="54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793660" y="2450000"/>
            <a:ext cx="10143668" cy="36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rgbClr val="0070C0"/>
                </a:solidFill>
              </a:rPr>
              <a:t>.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  <a:r>
              <a:rPr lang="en-US" sz="1800" dirty="0"/>
              <a:t>benchmarked many classifiers on telecom churn data and showed profit-driven evaluation matters.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.</a:t>
            </a:r>
            <a:r>
              <a:rPr lang="en-US" sz="1800" dirty="0"/>
              <a:t>Random Forests: ensembles of decision trees improve accuracy and reduce overfitting on tabular data..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rgbClr val="0070C0"/>
                </a:solidFill>
              </a:rPr>
              <a:t>.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  <a:r>
              <a:rPr lang="en-US" sz="1800" dirty="0"/>
              <a:t>SMOTE: synthetic oversampling to handle the minority churn class.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rgbClr val="0070C0"/>
                </a:solidFill>
              </a:rPr>
              <a:t>.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  <a:r>
              <a:rPr lang="en-US" sz="1800" dirty="0"/>
              <a:t>many studies stop at accuracy; this work adds recall-focused evaluation and feature-importance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Existing System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6056" b="5643"/>
          <a:stretch>
            <a:fillRect/>
          </a:stretch>
        </p:blipFill>
        <p:spPr>
          <a:xfrm>
            <a:off x="-1" y="84406"/>
            <a:ext cx="12273565" cy="6773594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Existing System</a:t>
            </a:r>
            <a:endParaRPr lang="en-IN" sz="54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793660" y="2450000"/>
            <a:ext cx="10143668" cy="19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00"/>
              </a:spcBef>
            </a:pPr>
            <a:r>
              <a:rPr lang="en-US" sz="1800"/>
              <a:t>Retention teams rely on manual reports, spreadsheets and fixed rules (for example, "no usage for 30 days").</a:t>
            </a:r>
          </a:p>
          <a:p>
            <a:pPr>
              <a:spcBef>
                <a:spcPts val="700"/>
              </a:spcBef>
            </a:pPr>
            <a:r>
              <a:rPr lang="en-US" sz="1800"/>
              <a:t>Churn is noticed only after a cancellation or complaint; the same offer is sent to broad customer groups.</a:t>
            </a:r>
          </a:p>
          <a:p>
            <a:pPr>
              <a:spcBef>
                <a:spcPts val="700"/>
              </a:spcBef>
            </a:pPr>
            <a:r>
              <a:rPr lang="en-US" sz="1800"/>
              <a:t>Basic statistical models are used without handling class imbalance or tuning.</a:t>
            </a:r>
          </a:p>
        </p:txBody>
      </p:sp>
      <p:sp>
        <p:nvSpPr>
          <p:cNvPr id="7" name="Flow 1"/>
          <p:cNvSpPr/>
          <p:nvPr/>
        </p:nvSpPr>
        <p:spPr>
          <a:xfrm>
            <a:off x="793660" y="4500000"/>
            <a:ext cx="2100000" cy="100000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Customer Activity &amp; Billing Data</a:t>
            </a:r>
          </a:p>
        </p:txBody>
      </p:sp>
      <p:sp>
        <p:nvSpPr>
          <p:cNvPr id="8" name="Arrow"/>
          <p:cNvSpPr/>
          <p:nvPr/>
        </p:nvSpPr>
        <p:spPr>
          <a:xfrm>
            <a:off x="2980810" y="4890000"/>
            <a:ext cx="4067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 2"/>
          <p:cNvSpPr/>
          <p:nvPr/>
        </p:nvSpPr>
        <p:spPr>
          <a:xfrm>
            <a:off x="3474660" y="4500000"/>
            <a:ext cx="2100000" cy="100000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Manual Reports / Rule-Based Checks</a:t>
            </a:r>
          </a:p>
        </p:txBody>
      </p:sp>
      <p:sp>
        <p:nvSpPr>
          <p:cNvPr id="10" name="Arrow"/>
          <p:cNvSpPr/>
          <p:nvPr/>
        </p:nvSpPr>
        <p:spPr>
          <a:xfrm>
            <a:off x="5661810" y="4890000"/>
            <a:ext cx="4067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 3"/>
          <p:cNvSpPr/>
          <p:nvPr/>
        </p:nvSpPr>
        <p:spPr>
          <a:xfrm>
            <a:off x="6155660" y="4500000"/>
            <a:ext cx="2100000" cy="100000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Churn Noticed After Cancellation</a:t>
            </a:r>
          </a:p>
        </p:txBody>
      </p:sp>
      <p:sp>
        <p:nvSpPr>
          <p:cNvPr id="12" name="Arrow"/>
          <p:cNvSpPr/>
          <p:nvPr/>
        </p:nvSpPr>
        <p:spPr>
          <a:xfrm>
            <a:off x="8342810" y="4890000"/>
            <a:ext cx="4067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 4"/>
          <p:cNvSpPr/>
          <p:nvPr/>
        </p:nvSpPr>
        <p:spPr>
          <a:xfrm>
            <a:off x="8836660" y="4500000"/>
            <a:ext cx="2100000" cy="100000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Generic Retention Campaign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Limitations of Existing System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5964" b="5643"/>
          <a:stretch>
            <a:fillRect/>
          </a:stretch>
        </p:blipFill>
        <p:spPr>
          <a:xfrm>
            <a:off x="-1" y="77372"/>
            <a:ext cx="12273565" cy="6780628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/>
              <a:t>Limitations of Existing System</a:t>
            </a:r>
            <a:endParaRPr lang="en-IN" sz="54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793660" y="2450000"/>
            <a:ext cx="10143668" cy="36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00"/>
              </a:spcBef>
            </a:pPr>
            <a:r>
              <a:rPr lang="en-US" sz="2000" b="1">
                <a:solidFill>
                  <a:srgbClr val="0070C0"/>
                </a:solidFill>
              </a:rPr>
              <a:t>Reactive: </a:t>
            </a:r>
            <a:r>
              <a:rPr lang="en-US" sz="2000"/>
              <a:t>action is taken after the customer has already left.</a:t>
            </a:r>
          </a:p>
          <a:p>
            <a:pPr>
              <a:spcBef>
                <a:spcPts val="700"/>
              </a:spcBef>
            </a:pPr>
            <a:r>
              <a:rPr lang="en-US" sz="2000" b="1">
                <a:solidFill>
                  <a:srgbClr val="0070C0"/>
                </a:solidFill>
              </a:rPr>
              <a:t>Limited insight: </a:t>
            </a:r>
            <a:r>
              <a:rPr lang="en-US" sz="2000"/>
              <a:t>fixed rules cannot capture non-linear patterns across many features.</a:t>
            </a:r>
          </a:p>
          <a:p>
            <a:pPr>
              <a:spcBef>
                <a:spcPts val="700"/>
              </a:spcBef>
            </a:pPr>
            <a:r>
              <a:rPr lang="en-US" sz="2000" b="1">
                <a:solidFill>
                  <a:srgbClr val="0070C0"/>
                </a:solidFill>
              </a:rPr>
              <a:t>Wasted budget: </a:t>
            </a:r>
            <a:r>
              <a:rPr lang="en-US" sz="2000"/>
              <a:t>generic offers reach loyal customers who would have stayed anyway.</a:t>
            </a:r>
          </a:p>
          <a:p>
            <a:pPr>
              <a:spcBef>
                <a:spcPts val="700"/>
              </a:spcBef>
            </a:pPr>
            <a:r>
              <a:rPr lang="en-US" sz="2000" b="1">
                <a:solidFill>
                  <a:srgbClr val="0070C0"/>
                </a:solidFill>
              </a:rPr>
              <a:t>No risk ranking: </a:t>
            </a:r>
            <a:r>
              <a:rPr lang="en-US" sz="2000"/>
              <a:t>no churn probability per customer to prioritise the retention team.</a:t>
            </a:r>
          </a:p>
          <a:p>
            <a:pPr>
              <a:spcBef>
                <a:spcPts val="700"/>
              </a:spcBef>
            </a:pPr>
            <a:r>
              <a:rPr lang="en-US" sz="2000" b="1">
                <a:solidFill>
                  <a:srgbClr val="0070C0"/>
                </a:solidFill>
              </a:rPr>
              <a:t>Poor scalability: </a:t>
            </a:r>
            <a:r>
              <a:rPr lang="en-US" sz="2000"/>
              <a:t>manual analysis does not scale as customer data grows.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Proposed System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5873" b="5643"/>
          <a:stretch>
            <a:fillRect/>
          </a:stretch>
        </p:blipFill>
        <p:spPr>
          <a:xfrm>
            <a:off x="-1" y="70338"/>
            <a:ext cx="12273565" cy="6787662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Proposed System</a:t>
            </a:r>
            <a:endParaRPr lang="en-IN" sz="54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793660" y="2450000"/>
            <a:ext cx="10143668" cy="19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00"/>
              </a:spcBef>
            </a:pPr>
            <a:r>
              <a:rPr lang="en-US" sz="1800"/>
              <a:t>An end-to-end ML pipeline that predicts a churn probability for every customer.</a:t>
            </a:r>
          </a:p>
          <a:p>
            <a:pPr>
              <a:spcBef>
                <a:spcPts val="700"/>
              </a:spcBef>
            </a:pPr>
            <a:r>
              <a:rPr lang="en-US" sz="1800"/>
              <a:t>SMOTE balances churners and non-churners; GridSearchCV tunes each model's hyperparameters.</a:t>
            </a:r>
          </a:p>
          <a:p>
            <a:pPr>
              <a:spcBef>
                <a:spcPts val="700"/>
              </a:spcBef>
            </a:pPr>
            <a:r>
              <a:rPr lang="en-US" sz="1800"/>
              <a:t>The best model is chosen on recall and ROC-AUC; feature importance explains the main churn drivers.</a:t>
            </a:r>
          </a:p>
        </p:txBody>
      </p:sp>
      <p:sp>
        <p:nvSpPr>
          <p:cNvPr id="7" name="Flow 1"/>
          <p:cNvSpPr/>
          <p:nvPr/>
        </p:nvSpPr>
        <p:spPr>
          <a:xfrm>
            <a:off x="793660" y="4500000"/>
            <a:ext cx="1200000" cy="10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Customer Data</a:t>
            </a:r>
          </a:p>
        </p:txBody>
      </p:sp>
      <p:sp>
        <p:nvSpPr>
          <p:cNvPr id="8" name="Arrow"/>
          <p:cNvSpPr/>
          <p:nvPr/>
        </p:nvSpPr>
        <p:spPr>
          <a:xfrm>
            <a:off x="2037160" y="4890000"/>
            <a:ext cx="203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 2"/>
          <p:cNvSpPr/>
          <p:nvPr/>
        </p:nvSpPr>
        <p:spPr>
          <a:xfrm>
            <a:off x="2283660" y="4500000"/>
            <a:ext cx="1200000" cy="10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Pre-processing</a:t>
            </a:r>
          </a:p>
        </p:txBody>
      </p:sp>
      <p:sp>
        <p:nvSpPr>
          <p:cNvPr id="10" name="Arrow"/>
          <p:cNvSpPr/>
          <p:nvPr/>
        </p:nvSpPr>
        <p:spPr>
          <a:xfrm>
            <a:off x="3527160" y="4890000"/>
            <a:ext cx="203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 3"/>
          <p:cNvSpPr/>
          <p:nvPr/>
        </p:nvSpPr>
        <p:spPr>
          <a:xfrm>
            <a:off x="3773660" y="4500000"/>
            <a:ext cx="1200000" cy="10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Feature Selection</a:t>
            </a:r>
          </a:p>
        </p:txBody>
      </p:sp>
      <p:sp>
        <p:nvSpPr>
          <p:cNvPr id="12" name="Arrow"/>
          <p:cNvSpPr/>
          <p:nvPr/>
        </p:nvSpPr>
        <p:spPr>
          <a:xfrm>
            <a:off x="5017160" y="4890000"/>
            <a:ext cx="203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 4"/>
          <p:cNvSpPr/>
          <p:nvPr/>
        </p:nvSpPr>
        <p:spPr>
          <a:xfrm>
            <a:off x="5263660" y="4500000"/>
            <a:ext cx="1200000" cy="10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SMOTE Balancing</a:t>
            </a:r>
          </a:p>
        </p:txBody>
      </p:sp>
      <p:sp>
        <p:nvSpPr>
          <p:cNvPr id="14" name="Arrow"/>
          <p:cNvSpPr/>
          <p:nvPr/>
        </p:nvSpPr>
        <p:spPr>
          <a:xfrm>
            <a:off x="6507160" y="4890000"/>
            <a:ext cx="203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 5"/>
          <p:cNvSpPr/>
          <p:nvPr/>
        </p:nvSpPr>
        <p:spPr>
          <a:xfrm>
            <a:off x="6753660" y="4500000"/>
            <a:ext cx="1200000" cy="10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16" name="Arrow"/>
          <p:cNvSpPr/>
          <p:nvPr/>
        </p:nvSpPr>
        <p:spPr>
          <a:xfrm>
            <a:off x="7997160" y="4890000"/>
            <a:ext cx="203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low 6"/>
          <p:cNvSpPr/>
          <p:nvPr/>
        </p:nvSpPr>
        <p:spPr>
          <a:xfrm>
            <a:off x="8243660" y="4500000"/>
            <a:ext cx="1200000" cy="10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18" name="Arrow"/>
          <p:cNvSpPr/>
          <p:nvPr/>
        </p:nvSpPr>
        <p:spPr>
          <a:xfrm>
            <a:off x="9487160" y="4890000"/>
            <a:ext cx="203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 7"/>
          <p:cNvSpPr/>
          <p:nvPr/>
        </p:nvSpPr>
        <p:spPr>
          <a:xfrm>
            <a:off x="9733660" y="4500000"/>
            <a:ext cx="1200000" cy="10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Churn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System Design &amp; Architecture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4786" b="5643"/>
          <a:stretch>
            <a:fillRect/>
          </a:stretch>
        </p:blipFill>
        <p:spPr>
          <a:xfrm>
            <a:off x="-1" y="-13022"/>
            <a:ext cx="12273565" cy="6871022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/>
              <a:t>System Design &amp; Architecture</a:t>
            </a:r>
            <a:endParaRPr lang="en-IN" sz="54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793660" y="2450000"/>
            <a:ext cx="10143668" cy="36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700" b="1" dirty="0">
                <a:solidFill>
                  <a:srgbClr val="0070C0"/>
                </a:solidFill>
              </a:rPr>
              <a:t>Use case: </a:t>
            </a:r>
            <a:r>
              <a:rPr lang="en-US" sz="1700" dirty="0"/>
              <a:t>user uploads customer data, system pre-processes it, predicts churn and shows the risk score with top drivers.</a:t>
            </a:r>
          </a:p>
          <a:p>
            <a:pPr>
              <a:spcBef>
                <a:spcPts val="500"/>
              </a:spcBef>
            </a:pPr>
            <a:r>
              <a:rPr lang="en-US" sz="1700" b="1" dirty="0">
                <a:solidFill>
                  <a:srgbClr val="0070C0"/>
                </a:solidFill>
              </a:rPr>
              <a:t>Architecture: </a:t>
            </a:r>
            <a:r>
              <a:rPr lang="en-US" sz="1700" dirty="0"/>
              <a:t>data layer (CSV / SQL), ML layer (scikit-learn, </a:t>
            </a:r>
            <a:r>
              <a:rPr lang="en-US" sz="1700" dirty="0" err="1"/>
              <a:t>XGBoost</a:t>
            </a:r>
            <a:r>
              <a:rPr lang="en-US" sz="1700" dirty="0"/>
              <a:t>), application layer (</a:t>
            </a:r>
            <a:r>
              <a:rPr lang="en-US" sz="1700" dirty="0" err="1"/>
              <a:t>Streamlit</a:t>
            </a:r>
            <a:r>
              <a:rPr lang="en-US" sz="1700" dirty="0"/>
              <a:t> dashboard).</a:t>
            </a:r>
          </a:p>
          <a:p>
            <a:pPr>
              <a:spcBef>
                <a:spcPts val="500"/>
              </a:spcBef>
            </a:pPr>
            <a:r>
              <a:rPr lang="en-US" sz="1700" b="1" dirty="0">
                <a:solidFill>
                  <a:srgbClr val="0070C0"/>
                </a:solidFill>
              </a:rPr>
              <a:t>Requirements: </a:t>
            </a:r>
            <a:r>
              <a:rPr lang="en-US" sz="1700" dirty="0"/>
              <a:t>Python 3.10, pandas, scikit-learn, </a:t>
            </a:r>
            <a:r>
              <a:rPr lang="en-US" sz="1700" dirty="0" err="1"/>
              <a:t>XGBoost</a:t>
            </a:r>
            <a:r>
              <a:rPr lang="en-US" sz="1700" dirty="0"/>
              <a:t>, matplotlib; 8 GB RAM and a standard CPU (no GPU needed).</a:t>
            </a:r>
          </a:p>
          <a:p>
            <a:pPr marL="0" indent="0">
              <a:spcBef>
                <a:spcPts val="500"/>
              </a:spcBef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Timelines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4786" b="5643"/>
          <a:stretch>
            <a:fillRect/>
          </a:stretch>
        </p:blipFill>
        <p:spPr>
          <a:xfrm>
            <a:off x="-1" y="-13022"/>
            <a:ext cx="12273565" cy="6871022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Timelines</a:t>
            </a:r>
            <a:endParaRPr lang="en-IN" sz="5400" dirty="0"/>
          </a:p>
        </p:txBody>
      </p:sp>
      <p:graphicFrame>
        <p:nvGraphicFramePr>
          <p:cNvPr id="7" name="Timeline Table"/>
          <p:cNvGraphicFramePr>
            <a:graphicFrameLocks noGrp="1"/>
          </p:cNvGraphicFramePr>
          <p:nvPr/>
        </p:nvGraphicFramePr>
        <p:xfrm>
          <a:off x="793660" y="2500000"/>
          <a:ext cx="10143668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</a:rPr>
                        <a:t>Problem definition and literature review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Weeks 1–2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</a:rPr>
                        <a:t>Data collection and exploratory analysis (EDA)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Weeks 3–4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</a:rPr>
                        <a:t>Pre-processing and feature engineering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Weeks 5–6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</a:rPr>
                        <a:t>Model building and hyperparameter tuning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Weeks 7–9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</a:rPr>
                        <a:t>Evaluation and dashboard development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Weeks 10–11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</a:rPr>
                        <a:t>Testing, documentation and final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</a:rPr>
                        <a:t>Week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3700"/>
              <a:t>Implementations</a:t>
            </a:r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of a tree with colorful leaves&#10;&#10;Description automatically generated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197" y="0"/>
            <a:ext cx="753803" cy="7719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Deployment &amp; Testing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4786" b="5643"/>
          <a:stretch>
            <a:fillRect/>
          </a:stretch>
        </p:blipFill>
        <p:spPr>
          <a:xfrm>
            <a:off x="-1" y="-13022"/>
            <a:ext cx="12273565" cy="6871022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Deployment &amp; Testing</a:t>
            </a:r>
            <a:endParaRPr lang="en-IN" sz="54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793660" y="2450000"/>
            <a:ext cx="10143668" cy="36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900"/>
              </a:spcBef>
              <a:buNone/>
            </a:pPr>
            <a:r>
              <a:rPr lang="en-US" sz="1900" b="1">
                <a:solidFill>
                  <a:srgbClr val="0070C0"/>
                </a:solidFill>
              </a:rPr>
              <a:t>Deployment environment setup: </a:t>
            </a:r>
            <a:r>
              <a:rPr lang="en-US" sz="1900"/>
              <a:t>Python virtual environment; models trained in Jupyter, saved with joblib and served through a Streamlit app.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900" b="1">
                <a:solidFill>
                  <a:srgbClr val="0070C0"/>
                </a:solidFill>
              </a:rPr>
              <a:t>Testing with hold-out data: </a:t>
            </a:r>
            <a:r>
              <a:rPr lang="en-US" sz="1900"/>
              <a:t>80/20 stratified split plus 5-fold cross-validation on the Telco dataset.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900" b="1">
                <a:solidFill>
                  <a:srgbClr val="0070C0"/>
                </a:solidFill>
              </a:rPr>
              <a:t>Unit tests: </a:t>
            </a:r>
            <a:r>
              <a:rPr lang="en-US" sz="1900"/>
              <a:t>checks for missing values, unseen categories and correct feature order in the pre-processing code.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900" b="1">
                <a:solidFill>
                  <a:srgbClr val="0070C0"/>
                </a:solidFill>
              </a:rPr>
              <a:t>Beta release: </a:t>
            </a:r>
            <a:r>
              <a:rPr lang="en-US" sz="1900"/>
              <a:t>sample customer lists scored by a few users; feedback used to refine the dashboard.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Result Analysis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6056" b="5643"/>
          <a:stretch>
            <a:fillRect/>
          </a:stretch>
        </p:blipFill>
        <p:spPr>
          <a:xfrm>
            <a:off x="-1" y="84406"/>
            <a:ext cx="12273565" cy="6773594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Result Analysis</a:t>
            </a:r>
            <a:endParaRPr lang="en-IN" sz="5400" dirty="0"/>
          </a:p>
        </p:txBody>
      </p:sp>
      <p:graphicFrame>
        <p:nvGraphicFramePr>
          <p:cNvPr id="7" name="Model Comparison Chart"/>
          <p:cNvGraphicFramePr>
            <a:graphicFrameLocks noGrp="1"/>
          </p:cNvGraphicFramePr>
          <p:nvPr/>
        </p:nvGraphicFramePr>
        <p:xfrm>
          <a:off x="793660" y="2420000"/>
          <a:ext cx="6500000" cy="3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hart Note"/>
          <p:cNvSpPr txBox="1"/>
          <p:nvPr/>
        </p:nvSpPr>
        <p:spPr>
          <a:xfrm>
            <a:off x="793660" y="5800000"/>
            <a:ext cx="6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95959"/>
                </a:solidFill>
              </a:rPr>
              <a:t>Illustrative values on the Telco dataset – replace with your own experiment results.</a:t>
            </a:r>
          </a:p>
        </p:txBody>
      </p:sp>
      <p:sp>
        <p:nvSpPr>
          <p:cNvPr id="9" name="Key Findings"/>
          <p:cNvSpPr txBox="1"/>
          <p:nvPr/>
        </p:nvSpPr>
        <p:spPr>
          <a:xfrm>
            <a:off x="7500000" y="2450000"/>
            <a:ext cx="345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70C0"/>
                </a:solidFill>
              </a:rPr>
              <a:t>XGBoost: </a:t>
            </a:r>
            <a:r>
              <a:rPr sz="1600"/>
              <a:t>best balance of recall and ROC-AUC.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70C0"/>
                </a:solidFill>
              </a:rPr>
              <a:t>Recall: </a:t>
            </a:r>
            <a:r>
              <a:rPr sz="1600"/>
              <a:t>prioritised, since a missed churner costs more than a false alarm.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70C0"/>
                </a:solidFill>
              </a:rPr>
              <a:t>Top drivers: </a:t>
            </a:r>
            <a:r>
              <a:rPr sz="1600"/>
              <a:t>month-to-month contract, short tenure, high monthly charges.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Conclusion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4786" b="5643"/>
          <a:stretch>
            <a:fillRect/>
          </a:stretch>
        </p:blipFill>
        <p:spPr>
          <a:xfrm>
            <a:off x="-1" y="-13022"/>
            <a:ext cx="12273565" cy="6871022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Conclusion</a:t>
            </a:r>
            <a:endParaRPr lang="en-IN" sz="54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793660" y="2450000"/>
            <a:ext cx="10143668" cy="36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</a:pPr>
            <a:r>
              <a:rPr lang="en-US" sz="2000"/>
              <a:t>The ML approach identifies at-risk customers before they leave; XGBoost gave the best balance of recall and ROC-AUC against the Logistic Regression baseline.</a:t>
            </a:r>
          </a:p>
          <a:p>
            <a:pPr>
              <a:spcBef>
                <a:spcPts val="900"/>
              </a:spcBef>
            </a:pPr>
            <a:r>
              <a:rPr lang="en-US" sz="2000"/>
              <a:t>Compared with the rule-based approach, churn scores enable targeted retention offers and lower campaign cost.</a:t>
            </a:r>
          </a:p>
          <a:p>
            <a:pPr>
              <a:spcBef>
                <a:spcPts val="900"/>
              </a:spcBef>
            </a:pPr>
            <a:r>
              <a:rPr lang="en-US" sz="2000" b="1">
                <a:solidFill>
                  <a:srgbClr val="0070C0"/>
                </a:solidFill>
              </a:rPr>
              <a:t>Future work: </a:t>
            </a:r>
            <a:r>
              <a:rPr lang="en-US" sz="2000"/>
              <a:t>real-time data streams, deep learning on usage sequences, customer lifetime value and A/B testing of retention actions.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sz="5400" dirty="0"/>
              <a:t>References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4786" b="5643"/>
          <a:stretch>
            <a:fillRect/>
          </a:stretch>
        </p:blipFill>
        <p:spPr>
          <a:xfrm>
            <a:off x="-1" y="-13022"/>
            <a:ext cx="12273565" cy="6871022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/>
              <a:t>References</a:t>
            </a:r>
            <a:endParaRPr lang="en-IN" sz="54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793660" y="2450000"/>
            <a:ext cx="10143668" cy="36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400"/>
              <a:t>W. Verbeke, K. Dejaeger, D. Martens, J. Hur, B. Baesens, "New insights into churn prediction in the telecommunication sector," European Journal of Operational Research, 218(1), 2012.</a:t>
            </a:r>
          </a:p>
          <a:p>
            <a:pPr>
              <a:spcBef>
                <a:spcPts val="400"/>
              </a:spcBef>
            </a:pPr>
            <a:r>
              <a:rPr lang="en-US" sz="1400"/>
              <a:t>L. Breiman, "Random Forests," Machine Learning, 45(1), 5–32, 2001.</a:t>
            </a:r>
          </a:p>
          <a:p>
            <a:pPr>
              <a:spcBef>
                <a:spcPts val="400"/>
              </a:spcBef>
            </a:pPr>
            <a:r>
              <a:rPr lang="en-US" sz="1400"/>
              <a:t>T. Chen, C. Guestrin, "XGBoost: A Scalable Tree Boosting System," Proc. ACM SIGKDD, 2016.</a:t>
            </a:r>
          </a:p>
          <a:p>
            <a:pPr>
              <a:spcBef>
                <a:spcPts val="400"/>
              </a:spcBef>
            </a:pPr>
            <a:r>
              <a:rPr lang="en-US" sz="1400"/>
              <a:t>N. V. Chawla et al., "SMOTE: Synthetic Minority Over-sampling Technique," JAIR, 16, 321–357, 2002.</a:t>
            </a:r>
          </a:p>
          <a:p>
            <a:pPr>
              <a:spcBef>
                <a:spcPts val="400"/>
              </a:spcBef>
            </a:pPr>
            <a:r>
              <a:rPr lang="en-US" sz="1400"/>
              <a:t>F. Pedregosa et al., "Scikit-learn: Machine Learning in Python," JMLR, 12, 2825–2830, 2011.</a:t>
            </a:r>
          </a:p>
          <a:p>
            <a:pPr>
              <a:spcBef>
                <a:spcPts val="400"/>
              </a:spcBef>
            </a:pPr>
            <a:r>
              <a:rPr lang="en-US" sz="1400"/>
              <a:t>IBM Telco Customer Churn dataset – kaggle.com/datasets/blastchar/telco-customer-churn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Any Queries </a:t>
            </a:r>
            <a:b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7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of a tree with colorful leaves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196" y="0"/>
            <a:ext cx="753803" cy="7719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6275" y="2271449"/>
            <a:ext cx="9679449" cy="28470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cxnSp>
        <p:nvCxnSpPr>
          <p:cNvPr id="17" name="Straight Connector 1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1094</Words>
  <Application>Microsoft Office PowerPoint</Application>
  <PresentationFormat>Widescreen</PresentationFormat>
  <Paragraphs>136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Times New Roman</vt:lpstr>
      <vt:lpstr>Office Theme</vt:lpstr>
      <vt:lpstr>On  Customer Churn Prediction Using Machine Learning</vt:lpstr>
      <vt:lpstr>OUTLINE</vt:lpstr>
      <vt:lpstr>Abstract</vt:lpstr>
      <vt:lpstr>Introduction</vt:lpstr>
      <vt:lpstr>Literature Survey</vt:lpstr>
      <vt:lpstr>Existing System</vt:lpstr>
      <vt:lpstr>Limitations of Existing System</vt:lpstr>
      <vt:lpstr>Proposed System</vt:lpstr>
      <vt:lpstr>System Design &amp; Architecture</vt:lpstr>
      <vt:lpstr>Timelines</vt:lpstr>
      <vt:lpstr>Implementations</vt:lpstr>
      <vt:lpstr>Deployment &amp; Testing</vt:lpstr>
      <vt:lpstr>Result Analysis</vt:lpstr>
      <vt:lpstr>Conclusion</vt:lpstr>
      <vt:lpstr>References</vt:lpstr>
      <vt:lpstr>Any Queries 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 Machine Learning For Early Disease Detection In Medical Imaging</dc:title>
  <dc:creator>Ramu Gandikota</dc:creator>
  <cp:lastModifiedBy>VASU ..</cp:lastModifiedBy>
  <cp:revision>15</cp:revision>
  <dcterms:created xsi:type="dcterms:W3CDTF">2024-09-27T11:30:00Z</dcterms:created>
  <dcterms:modified xsi:type="dcterms:W3CDTF">2026-10-29T11:38:06Z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595FC2C000DD4BD9976038FAF26294D7_12</vt:lpwstr>
  </property>
  <property fmtid="{D5CDD505-2E9C-101B-9397-08002B2CF9AE}" pid="3" name="KSOProductBuildVer">
    <vt:lpwstr>1033-12.1.0.27458</vt:lpwstr>
  </property>
</Properties>
</file>